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2\ppt\source\assets\images\portada-estudiantes-mvp-hardware-software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577840" cy="6858000"/>
          </a:xfrm>
          <a:prstGeom prst="rect">
            <a:avLst/>
          </a:prstGeom>
          <a:solidFill>
            <a:srgbClr val="031D3B">
              <a:alpha val="78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182880"/>
            <a:ext cx="1627632" cy="1005840"/>
          </a:xfrm>
          <a:prstGeom prst="roundRect">
            <a:avLst>
              <a:gd name="adj" fmla="val 3636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567" y="237744"/>
            <a:ext cx="1235361" cy="8961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" y="658368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1060" dirty="0"/>
          </a:p>
        </p:txBody>
      </p:sp>
      <p:sp>
        <p:nvSpPr>
          <p:cNvPr id="10" name="Text 6"/>
          <p:cNvSpPr/>
          <p:nvPr/>
        </p:nvSpPr>
        <p:spPr>
          <a:xfrm>
            <a:off x="713232" y="1078992"/>
            <a:ext cx="44805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idea a un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 viable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731520" y="27889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 y recursos definidos</a:t>
            </a:r>
            <a:endParaRPr lang="en-US" sz="1620" dirty="0"/>
          </a:p>
        </p:txBody>
      </p:sp>
      <p:sp>
        <p:nvSpPr>
          <p:cNvPr id="12" name="Shape 8"/>
          <p:cNvSpPr/>
          <p:nvPr/>
        </p:nvSpPr>
        <p:spPr>
          <a:xfrm>
            <a:off x="713232" y="3675888"/>
            <a:ext cx="4005072" cy="969264"/>
          </a:xfrm>
          <a:prstGeom prst="roundRect">
            <a:avLst>
              <a:gd name="adj" fmla="val 471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69264" y="3904488"/>
            <a:ext cx="3511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  →  DECIDIR  →  RESPONDER  →  MOSTRAR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05840" y="4242816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minutos · trabajo por equipos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731520" y="6099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SEPTIEMBRE · 2026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CENTRAL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señal se convierte en una decisión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dispositivo observa el mundo. El software hace que el dato pueda viajar, acumularse y servir.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755648"/>
            <a:ext cx="4709160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2" name="Image 1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2"/>
          <a:srcRect l="0" r="0" t="2825" b="2825"/>
          <a:stretch/>
        </p:blipFill>
        <p:spPr>
          <a:xfrm>
            <a:off x="786384" y="1883664"/>
            <a:ext cx="4453128" cy="336499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86384" y="4736592"/>
            <a:ext cx="4453128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7552" y="4882896"/>
            <a:ext cx="4041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HARDWARE · observa y responde aquí</a:t>
            </a:r>
            <a:endParaRPr lang="en-US" sz="1440" dirty="0"/>
          </a:p>
        </p:txBody>
      </p:sp>
      <p:sp>
        <p:nvSpPr>
          <p:cNvPr id="15" name="Text 11"/>
          <p:cNvSpPr/>
          <p:nvPr/>
        </p:nvSpPr>
        <p:spPr>
          <a:xfrm>
            <a:off x="932688" y="5468112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· regla · luz · sonido · pantalla</a:t>
            </a:r>
            <a:endParaRPr lang="en-US" sz="1220" dirty="0"/>
          </a:p>
        </p:txBody>
      </p:sp>
      <p:sp>
        <p:nvSpPr>
          <p:cNvPr id="16" name="Shape 12"/>
          <p:cNvSpPr/>
          <p:nvPr/>
        </p:nvSpPr>
        <p:spPr>
          <a:xfrm>
            <a:off x="5394960" y="3319272"/>
            <a:ext cx="512064" cy="80467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34456" y="1755648"/>
            <a:ext cx="5596128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8" name="Image 2" descr="C:\Users\Diego Obando\dev\proyecto-01-aiep-geogreen\mentorias\02\media\capturas\dashboard-geogreen-mapa-osorno.png">    </p:cNvPr>
          <p:cNvPicPr>
            <a:picLocks noChangeAspect="1"/>
          </p:cNvPicPr>
          <p:nvPr/>
        </p:nvPicPr>
        <p:blipFill>
          <a:blip r:embed="rId3"/>
          <a:srcRect l="5367" r="5367" t="0" b="0"/>
          <a:stretch/>
        </p:blipFill>
        <p:spPr>
          <a:xfrm>
            <a:off x="6062472" y="1883664"/>
            <a:ext cx="5340096" cy="336499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062472" y="4736592"/>
            <a:ext cx="5340096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336792" y="4882896"/>
            <a:ext cx="4791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· muestra y permite decidir</a:t>
            </a:r>
            <a:endParaRPr lang="en-US" sz="1440" dirty="0"/>
          </a:p>
        </p:txBody>
      </p:sp>
      <p:sp>
        <p:nvSpPr>
          <p:cNvPr id="21" name="Text 16"/>
          <p:cNvSpPr/>
          <p:nvPr/>
        </p:nvSpPr>
        <p:spPr>
          <a:xfrm>
            <a:off x="6309360" y="5468112"/>
            <a:ext cx="4828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· historial · comparación · alertas · mapa</a:t>
            </a:r>
            <a:endParaRPr lang="en-US" sz="12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CONTINUIDAD DEL PROYECTO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no comienzan desde cero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Traigan sus decisiones anteriores a la mesa: esta sesión las convierte en un plan construible.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92224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1975104"/>
            <a:ext cx="658368" cy="65836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1832" y="1984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792224" y="193852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MENTORÍA 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792224" y="217627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validado</a:t>
            </a:r>
            <a:endParaRPr lang="en-US" sz="1620" dirty="0"/>
          </a:p>
        </p:txBody>
      </p:sp>
      <p:sp>
        <p:nvSpPr>
          <p:cNvPr id="16" name="Text 13"/>
          <p:cNvSpPr/>
          <p:nvPr/>
        </p:nvSpPr>
        <p:spPr>
          <a:xfrm>
            <a:off x="1792224" y="248716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 y personas relacionadas.</a:t>
            </a:r>
            <a:endParaRPr lang="en-US" sz="1160" dirty="0"/>
          </a:p>
        </p:txBody>
      </p:sp>
      <p:sp>
        <p:nvSpPr>
          <p:cNvPr id="17" name="Shape 14"/>
          <p:cNvSpPr/>
          <p:nvPr/>
        </p:nvSpPr>
        <p:spPr>
          <a:xfrm>
            <a:off x="694944" y="3090672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" y="3273552"/>
            <a:ext cx="658368" cy="65836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1832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792224" y="32369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3</a:t>
            </a:r>
            <a:endParaRPr lang="en-US" sz="960" dirty="0"/>
          </a:p>
        </p:txBody>
      </p:sp>
      <p:sp>
        <p:nvSpPr>
          <p:cNvPr id="21" name="Text 18"/>
          <p:cNvSpPr/>
          <p:nvPr/>
        </p:nvSpPr>
        <p:spPr>
          <a:xfrm>
            <a:off x="1792224" y="34564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tecnológica inicial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1792224" y="3913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Variable, sensor posible y primera lógica.</a:t>
            </a:r>
            <a:endParaRPr lang="en-US" sz="1160" dirty="0"/>
          </a:p>
        </p:txBody>
      </p:sp>
      <p:sp>
        <p:nvSpPr>
          <p:cNvPr id="23" name="Shape 20"/>
          <p:cNvSpPr/>
          <p:nvPr/>
        </p:nvSpPr>
        <p:spPr>
          <a:xfrm>
            <a:off x="694944" y="4389120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2688" y="4572000"/>
            <a:ext cx="658368" cy="65836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1832" y="45811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792224" y="453542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SESIONES</a:t>
            </a:r>
            <a:endParaRPr lang="en-US" sz="960" dirty="0"/>
          </a:p>
        </p:txBody>
      </p:sp>
      <p:sp>
        <p:nvSpPr>
          <p:cNvPr id="27" name="Text 24"/>
          <p:cNvSpPr/>
          <p:nvPr/>
        </p:nvSpPr>
        <p:spPr>
          <a:xfrm>
            <a:off x="1792224" y="477316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paso</a:t>
            </a:r>
            <a:endParaRPr lang="en-US" sz="1620" dirty="0"/>
          </a:p>
        </p:txBody>
      </p:sp>
      <p:sp>
        <p:nvSpPr>
          <p:cNvPr id="28" name="Text 25"/>
          <p:cNvSpPr/>
          <p:nvPr/>
        </p:nvSpPr>
        <p:spPr>
          <a:xfrm>
            <a:off x="1792224" y="508406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Compromiso verificable del equipo.</a:t>
            </a:r>
            <a:endParaRPr lang="en-US" sz="1160" dirty="0"/>
          </a:p>
        </p:txBody>
      </p:sp>
      <p:sp>
        <p:nvSpPr>
          <p:cNvPr id="29" name="Shape 26"/>
          <p:cNvSpPr/>
          <p:nvPr/>
        </p:nvSpPr>
        <p:spPr>
          <a:xfrm>
            <a:off x="5468112" y="3035808"/>
            <a:ext cx="676656" cy="106070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81344" y="1792224"/>
            <a:ext cx="5340096" cy="4553712"/>
          </a:xfrm>
          <a:prstGeom prst="roundRect">
            <a:avLst>
              <a:gd name="adj" fmla="val 1205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47104" y="2121408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13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1040" dirty="0"/>
          </a:p>
        </p:txBody>
      </p:sp>
      <p:sp>
        <p:nvSpPr>
          <p:cNvPr id="32" name="Text 29"/>
          <p:cNvSpPr/>
          <p:nvPr/>
        </p:nvSpPr>
        <p:spPr>
          <a:xfrm>
            <a:off x="6547104" y="2542032"/>
            <a:ext cx="45537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viable definido</a:t>
            </a:r>
            <a:endParaRPr lang="en-US" sz="2700" dirty="0"/>
          </a:p>
        </p:txBody>
      </p:sp>
      <p:sp>
        <p:nvSpPr>
          <p:cNvPr id="33" name="Shape 30"/>
          <p:cNvSpPr/>
          <p:nvPr/>
        </p:nvSpPr>
        <p:spPr>
          <a:xfrm>
            <a:off x="6620256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67728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umbral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979408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326880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o fuente de datos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620256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67728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+ capa de software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9408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326880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+ seguridad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620256" y="504748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967728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Responsables + fechas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979408" y="5047488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0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para Mentoría 3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01968" y="5687568"/>
            <a:ext cx="4498848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839712" y="579729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poder construirse, probarse y explicarse.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 LA MENTORÍA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minutos para dejar una ruta de construcción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bloque toma una decisión que el siguiente necesita.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938528"/>
            <a:ext cx="1993392" cy="3401568"/>
          </a:xfrm>
          <a:prstGeom prst="roundRect">
            <a:avLst>
              <a:gd name="adj" fmla="val 229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52728" y="23042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61872" y="231343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71016" y="318211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22960" y="367588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77824" y="4151376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problema al MVP.</a:t>
            </a:r>
            <a:endParaRPr lang="en-US" sz="1180" dirty="0"/>
          </a:p>
        </p:txBody>
      </p:sp>
      <p:sp>
        <p:nvSpPr>
          <p:cNvPr id="17" name="Shape 14"/>
          <p:cNvSpPr/>
          <p:nvPr/>
        </p:nvSpPr>
        <p:spPr>
          <a:xfrm>
            <a:off x="2761488" y="1938528"/>
            <a:ext cx="2340864" cy="3401568"/>
          </a:xfrm>
          <a:prstGeom prst="roundRect">
            <a:avLst>
              <a:gd name="adj" fmla="val 1953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29584" y="23042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38728" y="231343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547872" y="318211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92608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MEDIR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980944" y="4151376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Variable, sensor y umbral.</a:t>
            </a:r>
            <a:endParaRPr lang="en-US" sz="1180" dirty="0"/>
          </a:p>
        </p:txBody>
      </p:sp>
      <p:sp>
        <p:nvSpPr>
          <p:cNvPr id="23" name="Shape 20"/>
          <p:cNvSpPr/>
          <p:nvPr/>
        </p:nvSpPr>
        <p:spPr>
          <a:xfrm>
            <a:off x="5212080" y="1938528"/>
            <a:ext cx="2980944" cy="3401568"/>
          </a:xfrm>
          <a:prstGeom prst="roundRect">
            <a:avLst>
              <a:gd name="adj" fmla="val 1534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00216" y="23042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09360" y="231343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318504" y="318211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376672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ACOTAR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431536" y="4151376"/>
            <a:ext cx="2542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Recursos, software y seguridad.</a:t>
            </a:r>
            <a:endParaRPr lang="en-US" sz="1180" dirty="0"/>
          </a:p>
        </p:txBody>
      </p:sp>
      <p:sp>
        <p:nvSpPr>
          <p:cNvPr id="29" name="Shape 26"/>
          <p:cNvSpPr/>
          <p:nvPr/>
        </p:nvSpPr>
        <p:spPr>
          <a:xfrm>
            <a:off x="8302752" y="1938528"/>
            <a:ext cx="2176272" cy="3401568"/>
          </a:xfrm>
          <a:prstGeom prst="roundRect">
            <a:avLst>
              <a:gd name="adj" fmla="val 21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988552" y="23042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97696" y="231343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9006840" y="318211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467344" y="36758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REPARTIR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8522208" y="415137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Tareas, rama y evidencia.</a:t>
            </a:r>
            <a:endParaRPr lang="en-US" sz="1180" dirty="0"/>
          </a:p>
        </p:txBody>
      </p:sp>
      <p:sp>
        <p:nvSpPr>
          <p:cNvPr id="35" name="Shape 32"/>
          <p:cNvSpPr/>
          <p:nvPr/>
        </p:nvSpPr>
        <p:spPr>
          <a:xfrm>
            <a:off x="10588752" y="1938528"/>
            <a:ext cx="1499616" cy="3401568"/>
          </a:xfrm>
          <a:prstGeom prst="roundRect">
            <a:avLst>
              <a:gd name="adj" fmla="val 3049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936224" y="23042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945368" y="231343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0954512" y="318211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10753344" y="367588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CERRAR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10808208" y="4151376"/>
            <a:ext cx="1060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Ficha y próximo paso.</a:t>
            </a:r>
            <a:endParaRPr lang="en-US" sz="1040" dirty="0"/>
          </a:p>
        </p:txBody>
      </p:sp>
      <p:sp>
        <p:nvSpPr>
          <p:cNvPr id="41" name="Shape 38"/>
          <p:cNvSpPr/>
          <p:nvPr/>
        </p:nvSpPr>
        <p:spPr>
          <a:xfrm>
            <a:off x="2011680" y="5650992"/>
            <a:ext cx="815644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340864" y="580644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terminar: una solución definida, una semana útil de trabajo y evidencia comprometida.</a:t>
            </a:r>
            <a:endParaRPr lang="en-US" sz="13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76656" y="822960"/>
            <a:ext cx="5650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solución se describe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su función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94944" y="1938528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por la lista de piezas que contiene.</a:t>
            </a:r>
            <a:endParaRPr lang="en-US" sz="1560" dirty="0"/>
          </a:p>
        </p:txBody>
      </p:sp>
      <p:sp>
        <p:nvSpPr>
          <p:cNvPr id="9" name="Shape 6"/>
          <p:cNvSpPr/>
          <p:nvPr/>
        </p:nvSpPr>
        <p:spPr>
          <a:xfrm>
            <a:off x="731520" y="2743200"/>
            <a:ext cx="2414016" cy="1938528"/>
          </a:xfrm>
          <a:prstGeom prst="roundRect">
            <a:avLst>
              <a:gd name="adj" fmla="val 235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5336" y="2990088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54480" y="299923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9136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14400" y="4297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cambia?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3172968" y="3374136"/>
            <a:ext cx="347472" cy="658368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84448" y="2743200"/>
            <a:ext cx="2414016" cy="1938528"/>
          </a:xfrm>
          <a:prstGeom prst="roundRect">
            <a:avLst>
              <a:gd name="adj" fmla="val 235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98264" y="2990088"/>
            <a:ext cx="786384" cy="786384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07408" y="299923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767328" y="39136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3767328" y="4297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condición?</a:t>
            </a:r>
            <a:endParaRPr lang="en-US" sz="1240" dirty="0"/>
          </a:p>
        </p:txBody>
      </p:sp>
      <p:sp>
        <p:nvSpPr>
          <p:cNvPr id="20" name="Shape 17"/>
          <p:cNvSpPr/>
          <p:nvPr/>
        </p:nvSpPr>
        <p:spPr>
          <a:xfrm>
            <a:off x="6025896" y="3374136"/>
            <a:ext cx="347472" cy="658368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37376" y="2743200"/>
            <a:ext cx="2414016" cy="1938528"/>
          </a:xfrm>
          <a:prstGeom prst="roundRect">
            <a:avLst>
              <a:gd name="adj" fmla="val 235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51192" y="2990088"/>
            <a:ext cx="786384" cy="7863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60336" y="299923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20256" y="39136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620256" y="4297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 aquí?</a:t>
            </a:r>
            <a:endParaRPr lang="en-US" sz="1240" dirty="0"/>
          </a:p>
        </p:txBody>
      </p:sp>
      <p:sp>
        <p:nvSpPr>
          <p:cNvPr id="26" name="Shape 23"/>
          <p:cNvSpPr/>
          <p:nvPr/>
        </p:nvSpPr>
        <p:spPr>
          <a:xfrm>
            <a:off x="8878824" y="3374136"/>
            <a:ext cx="347472" cy="658368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90304" y="2743200"/>
            <a:ext cx="2414016" cy="1938528"/>
          </a:xfrm>
          <a:prstGeom prst="roundRect">
            <a:avLst>
              <a:gd name="adj" fmla="val 235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04120" y="2990088"/>
            <a:ext cx="786384" cy="78638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113264" y="299923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473184" y="391363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MOSTRAR</a:t>
            </a:r>
            <a:endParaRPr lang="en-US" sz="1550" dirty="0"/>
          </a:p>
        </p:txBody>
      </p:sp>
      <p:sp>
        <p:nvSpPr>
          <p:cNvPr id="31" name="Text 28"/>
          <p:cNvSpPr/>
          <p:nvPr/>
        </p:nvSpPr>
        <p:spPr>
          <a:xfrm>
            <a:off x="9473184" y="429768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puede actuar?</a:t>
            </a:r>
            <a:endParaRPr lang="en-US" sz="1240" dirty="0"/>
          </a:p>
        </p:txBody>
      </p:sp>
      <p:sp>
        <p:nvSpPr>
          <p:cNvPr id="32" name="Shape 29"/>
          <p:cNvSpPr/>
          <p:nvPr/>
        </p:nvSpPr>
        <p:spPr>
          <a:xfrm>
            <a:off x="1261872" y="5193792"/>
            <a:ext cx="965606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572768" y="543153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</a:t>
            </a:r>
            <a:endParaRPr lang="en-US" sz="1040" dirty="0"/>
          </a:p>
        </p:txBody>
      </p:sp>
      <p:sp>
        <p:nvSpPr>
          <p:cNvPr id="34" name="Text 31"/>
          <p:cNvSpPr/>
          <p:nvPr/>
        </p:nvSpPr>
        <p:spPr>
          <a:xfrm>
            <a:off x="2743200" y="5367528"/>
            <a:ext cx="7296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Describan su solución sin nombrar ningún componente.</a:t>
            </a:r>
            <a:endParaRPr lang="en-US" sz="1720" dirty="0"/>
          </a:p>
        </p:txBody>
      </p:sp>
      <p:sp>
        <p:nvSpPr>
          <p:cNvPr id="35" name="Text 32"/>
          <p:cNvSpPr/>
          <p:nvPr/>
        </p:nvSpPr>
        <p:spPr>
          <a:xfrm>
            <a:off x="2743200" y="5715000"/>
            <a:ext cx="7296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solo aparece “Arduino + sensor + alarma”, todavía falta el propósito.</a:t>
            </a:r>
            <a:endParaRPr lang="en-US" sz="1130" dirty="0"/>
          </a:p>
        </p:txBody>
      </p:sp>
      <p:sp>
        <p:nvSpPr>
          <p:cNvPr id="36" name="Text 33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37" name="Text 34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MÍNIMO VIABLE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versión más pequeña que ya sirve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necesita estar terminada: necesita medir, decidir, responder y poder mostrarse.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8308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" y="1901952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1911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682496" y="191109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MIDE ALGO REAL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1682496" y="222199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lectura cambia y puede repetirse.</a:t>
            </a:r>
            <a:endParaRPr lang="en-US" sz="1140" dirty="0"/>
          </a:p>
        </p:txBody>
      </p:sp>
      <p:sp>
        <p:nvSpPr>
          <p:cNvPr id="16" name="Shape 13"/>
          <p:cNvSpPr/>
          <p:nvPr/>
        </p:nvSpPr>
        <p:spPr>
          <a:xfrm>
            <a:off x="694944" y="278892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6112" y="2907792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682496" y="291693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 CON SU REGLA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1682496" y="322783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umbral tiene un origen explicable.</a:t>
            </a:r>
            <a:endParaRPr lang="en-US" sz="1140" dirty="0"/>
          </a:p>
        </p:txBody>
      </p:sp>
      <p:sp>
        <p:nvSpPr>
          <p:cNvPr id="21" name="Shape 18"/>
          <p:cNvSpPr/>
          <p:nvPr/>
        </p:nvSpPr>
        <p:spPr>
          <a:xfrm>
            <a:off x="694944" y="379476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6112" y="391363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5256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682496" y="392277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1682496" y="423367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se ve, se oye o produce una acción.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694944" y="480060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" y="4919472"/>
            <a:ext cx="585216" cy="58521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5256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682496" y="492861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MUESTRA</a:t>
            </a:r>
            <a:endParaRPr lang="en-US" sz="1440" dirty="0"/>
          </a:p>
        </p:txBody>
      </p:sp>
      <p:sp>
        <p:nvSpPr>
          <p:cNvPr id="30" name="Text 27"/>
          <p:cNvSpPr/>
          <p:nvPr/>
        </p:nvSpPr>
        <p:spPr>
          <a:xfrm>
            <a:off x="1682496" y="523951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entiende qué está pasando.</a:t>
            </a:r>
            <a:endParaRPr lang="en-US" sz="1140" dirty="0"/>
          </a:p>
        </p:txBody>
      </p:sp>
      <p:sp>
        <p:nvSpPr>
          <p:cNvPr id="31" name="Shape 28"/>
          <p:cNvSpPr/>
          <p:nvPr/>
        </p:nvSpPr>
        <p:spPr>
          <a:xfrm>
            <a:off x="5577840" y="1783080"/>
            <a:ext cx="5943600" cy="4553712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pic>
        <p:nvPicPr>
          <p:cNvPr id="32" name="Image 1" descr="C:\Users\Diego Obando\dev\proyecto-01-aiep-geogreen\mentorias\02\media\capturas\dashboard-geogreen-detalle-contenedor.png">    </p:cNvPr>
          <p:cNvPicPr>
            <a:picLocks noChangeAspect="1"/>
          </p:cNvPicPr>
          <p:nvPr/>
        </p:nvPicPr>
        <p:blipFill>
          <a:blip r:embed="rId2"/>
          <a:srcRect l="18" r="18" t="0" b="0"/>
          <a:stretch/>
        </p:blipFill>
        <p:spPr>
          <a:xfrm>
            <a:off x="5705856" y="1911096"/>
            <a:ext cx="5687568" cy="32004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5705856" y="4462272"/>
            <a:ext cx="5687568" cy="649224"/>
          </a:xfrm>
          <a:prstGeom prst="rect">
            <a:avLst/>
          </a:prstGeom>
          <a:solidFill>
            <a:srgbClr val="031D3B">
              <a:alpha val="94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89904" y="4626864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lectura se vuelve información cuando alguien puede comprenderla y actuar.</a:t>
            </a:r>
            <a:endParaRPr lang="en-US" sz="1420" dirty="0"/>
          </a:p>
        </p:txBody>
      </p:sp>
      <p:sp>
        <p:nvSpPr>
          <p:cNvPr id="35" name="Text 31"/>
          <p:cNvSpPr/>
          <p:nvPr/>
        </p:nvSpPr>
        <p:spPr>
          <a:xfrm>
            <a:off x="5989320" y="5413248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HARDWARE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315200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7754112" y="541324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9125712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=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9528048" y="5285232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646920" y="5422392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PROPUESTA DE VALOR</a:t>
            </a:r>
            <a:endParaRPr lang="en-US" sz="1040" dirty="0"/>
          </a:p>
        </p:txBody>
      </p:sp>
      <p:sp>
        <p:nvSpPr>
          <p:cNvPr id="41" name="Text 37"/>
          <p:cNvSpPr/>
          <p:nvPr/>
        </p:nvSpPr>
        <p:spPr>
          <a:xfrm>
            <a:off x="6053328" y="5907024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que encienda. Debe quedar claro qué observa, qué significa y para quién sirve.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MÉTODO DE TRABAJO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velocidades para avanzar de verdad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Aceleren donde el agente multiplica el trabajo. Frenen donde una equivocación puede dañar el montaje.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" y="1773936"/>
            <a:ext cx="5285232" cy="3255264"/>
          </a:xfrm>
          <a:prstGeom prst="roundRect">
            <a:avLst>
              <a:gd name="adj" fmla="val 1685"/>
            </a:avLst>
          </a:prstGeom>
          <a:solidFill>
            <a:srgbClr val="DDF4F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048256"/>
            <a:ext cx="749808" cy="74980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96696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&gt;&gt;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956816" y="212140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RÁPIDO CON EL AGENTE</a:t>
            </a:r>
            <a:endParaRPr lang="en-US" sz="1820" dirty="0"/>
          </a:p>
        </p:txBody>
      </p:sp>
      <p:sp>
        <p:nvSpPr>
          <p:cNvPr id="15" name="Text 12"/>
          <p:cNvSpPr/>
          <p:nvPr/>
        </p:nvSpPr>
        <p:spPr>
          <a:xfrm>
            <a:off x="987552" y="2944368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Investigar · comparar · comprender · calcular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· diseñar · planificar · explicar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60704" y="4041648"/>
            <a:ext cx="4407408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35B7C6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53312" y="4224528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entrega velocidad. El equipo entrega criterio.</a:t>
            </a:r>
            <a:endParaRPr lang="en-US" sz="1330" dirty="0"/>
          </a:p>
        </p:txBody>
      </p:sp>
      <p:sp>
        <p:nvSpPr>
          <p:cNvPr id="18" name="Shape 15"/>
          <p:cNvSpPr/>
          <p:nvPr/>
        </p:nvSpPr>
        <p:spPr>
          <a:xfrm>
            <a:off x="6217920" y="1773936"/>
            <a:ext cx="5285232" cy="3255264"/>
          </a:xfrm>
          <a:prstGeom prst="roundRect">
            <a:avLst>
              <a:gd name="adj" fmla="val 1685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28816" y="2048256"/>
            <a:ext cx="749808" cy="74980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498080" y="212140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DESPACIO CON EL MONTAJE</a:t>
            </a:r>
            <a:endParaRPr lang="en-US" sz="1820" dirty="0"/>
          </a:p>
        </p:txBody>
      </p:sp>
      <p:sp>
        <p:nvSpPr>
          <p:cNvPr id="22" name="Text 19"/>
          <p:cNvSpPr/>
          <p:nvPr/>
        </p:nvSpPr>
        <p:spPr>
          <a:xfrm>
            <a:off x="6528816" y="2944368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Voltaje · polaridad · tierra común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resistencias · cables · conexión · energía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01968" y="4041648"/>
            <a:ext cx="4407408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62027">
                <a:alpha val="45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94576" y="4224528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agente explica conexiones. No puede ver sus cables.</a:t>
            </a:r>
            <a:endParaRPr lang="en-US" sz="1330" dirty="0"/>
          </a:p>
        </p:txBody>
      </p:sp>
      <p:sp>
        <p:nvSpPr>
          <p:cNvPr id="25" name="Shape 22"/>
          <p:cNvSpPr/>
          <p:nvPr/>
        </p:nvSpPr>
        <p:spPr>
          <a:xfrm>
            <a:off x="1335024" y="5376672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344168" y="5385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975104" y="54589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140" dirty="0"/>
          </a:p>
        </p:txBody>
      </p:sp>
      <p:sp>
        <p:nvSpPr>
          <p:cNvPr id="28" name="Shape 25"/>
          <p:cNvSpPr/>
          <p:nvPr/>
        </p:nvSpPr>
        <p:spPr>
          <a:xfrm>
            <a:off x="3273552" y="5632704"/>
            <a:ext cx="4023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3803904" y="5376672"/>
            <a:ext cx="512064" cy="512064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13048" y="5385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443984" y="54589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TAREA PEQUEÑA</a:t>
            </a:r>
            <a:endParaRPr lang="en-US" sz="1140" dirty="0"/>
          </a:p>
        </p:txBody>
      </p:sp>
      <p:sp>
        <p:nvSpPr>
          <p:cNvPr id="32" name="Shape 29"/>
          <p:cNvSpPr/>
          <p:nvPr/>
        </p:nvSpPr>
        <p:spPr>
          <a:xfrm>
            <a:off x="5742432" y="5632704"/>
            <a:ext cx="4023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6272784" y="5376672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81928" y="5385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912864" y="54589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</a:t>
            </a:r>
            <a:endParaRPr lang="en-US" sz="1140" dirty="0"/>
          </a:p>
        </p:txBody>
      </p:sp>
      <p:sp>
        <p:nvSpPr>
          <p:cNvPr id="36" name="Shape 33"/>
          <p:cNvSpPr/>
          <p:nvPr/>
        </p:nvSpPr>
        <p:spPr>
          <a:xfrm>
            <a:off x="8211312" y="5632704"/>
            <a:ext cx="4023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8741664" y="5376672"/>
            <a:ext cx="512064" cy="51206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750808" y="5385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9381744" y="5458968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1140" dirty="0"/>
          </a:p>
        </p:txBody>
      </p:sp>
      <p:sp>
        <p:nvSpPr>
          <p:cNvPr id="40" name="Shape 37"/>
          <p:cNvSpPr/>
          <p:nvPr/>
        </p:nvSpPr>
        <p:spPr>
          <a:xfrm>
            <a:off x="1847088" y="5989320"/>
            <a:ext cx="8503920" cy="347472"/>
          </a:xfrm>
          <a:prstGeom prst="roundRect">
            <a:avLst>
              <a:gd name="adj" fmla="val 10526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157984" y="6071616"/>
            <a:ext cx="7882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un agente no es hacer trampa. Entregar algo que no pueden explicar, sí.</a:t>
            </a:r>
            <a:endParaRPr lang="en-US" sz="12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2 - De la idea a un producto mínimo viable</dc:title>
  <dc:subject>Mentoría 2 - Solución propuesta y recursos definidos</dc:subject>
  <dc:creator>GeoGreen Escolar Osorno</dc:creator>
  <cp:lastModifiedBy>GeoGreen Escolar Osorno</cp:lastModifiedBy>
  <cp:revision>1</cp:revision>
  <dcterms:created xsi:type="dcterms:W3CDTF">2026-07-29T06:23:55Z</dcterms:created>
  <dcterms:modified xsi:type="dcterms:W3CDTF">2026-07-29T06:23:55Z</dcterms:modified>
</cp:coreProperties>
</file>