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4\ppt\source\assets\images\portada-estudiantes-ensayo-pitch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277856" y="182880"/>
            <a:ext cx="1645920" cy="1042416"/>
          </a:xfrm>
          <a:prstGeom prst="roundRect">
            <a:avLst>
              <a:gd name="adj" fmla="val 3509"/>
            </a:avLst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135" y="256032"/>
            <a:ext cx="1235361" cy="8961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62179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94944" y="1225296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Comunicar para que</a:t>
            </a:r>
            <a:endParaRPr lang="en-US" sz="3550" dirty="0"/>
          </a:p>
          <a:p>
            <a:pPr indent="0" marL="0">
              <a:buNone/>
            </a:pPr>
            <a:r>
              <a:rPr lang="en-US" sz="3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idea avance</a:t>
            </a:r>
            <a:endParaRPr lang="en-US" sz="3550" dirty="0"/>
          </a:p>
        </p:txBody>
      </p:sp>
      <p:sp>
        <p:nvSpPr>
          <p:cNvPr id="10" name="Shape 6"/>
          <p:cNvSpPr/>
          <p:nvPr/>
        </p:nvSpPr>
        <p:spPr>
          <a:xfrm>
            <a:off x="713232" y="2798064"/>
            <a:ext cx="914400" cy="731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3232" y="3127248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· soporte visual · roles · ensayo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3232" y="3822192"/>
            <a:ext cx="4407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propuesta crece cuando otras personas pueden comprenderla.</a:t>
            </a:r>
            <a:endParaRPr lang="en-US" sz="2050" dirty="0"/>
          </a:p>
        </p:txBody>
      </p:sp>
      <p:sp>
        <p:nvSpPr>
          <p:cNvPr id="13" name="Shape 9"/>
          <p:cNvSpPr/>
          <p:nvPr/>
        </p:nvSpPr>
        <p:spPr>
          <a:xfrm>
            <a:off x="713232" y="5742432"/>
            <a:ext cx="221284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6384" y="577900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 28 SEP · 60 MIN</a:t>
            </a:r>
            <a:endParaRPr lang="en-US" sz="1020" dirty="0"/>
          </a:p>
        </p:txBody>
      </p:sp>
      <p:sp>
        <p:nvSpPr>
          <p:cNvPr id="15" name="Text 11"/>
          <p:cNvSpPr/>
          <p:nvPr/>
        </p:nvSpPr>
        <p:spPr>
          <a:xfrm>
            <a:off x="3182112" y="5824728"/>
            <a:ext cx="3602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AIEP Osorno · Instituto Comercial Liceo Bicentenario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38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spc="15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MISIÓN DE HOY</a:t>
            </a:r>
            <a:endParaRPr lang="en-US" sz="1020" dirty="0"/>
          </a:p>
        </p:txBody>
      </p:sp>
      <p:sp>
        <p:nvSpPr>
          <p:cNvPr id="7" name="Text 4"/>
          <p:cNvSpPr/>
          <p:nvPr/>
        </p:nvSpPr>
        <p:spPr>
          <a:xfrm>
            <a:off x="676656" y="822960"/>
            <a:ext cx="9372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Transformar trabajo en una presentación que se entienda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94944" y="1536192"/>
            <a:ext cx="9006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comenzamos otra idea. Recuperamos, ordenamos, coordinamos y mejoramos la que el equipo ya construyó.</a:t>
            </a:r>
            <a:endParaRPr lang="en-US" sz="1420" dirty="0"/>
          </a:p>
        </p:txBody>
      </p:sp>
      <p:sp>
        <p:nvSpPr>
          <p:cNvPr id="9" name="Shape 6"/>
          <p:cNvSpPr/>
          <p:nvPr/>
        </p:nvSpPr>
        <p:spPr>
          <a:xfrm>
            <a:off x="1444752" y="2816352"/>
            <a:ext cx="9070848" cy="0"/>
          </a:xfrm>
          <a:prstGeom prst="line">
            <a:avLst/>
          </a:prstGeom>
          <a:noFill/>
          <a:ln w="12700">
            <a:solidFill>
              <a:srgbClr val="1D4E89">
                <a:alpha val="95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2487168"/>
            <a:ext cx="676656" cy="67665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809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RECUPERAR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6576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ya sabemos y podemos mostrar.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3794760" y="2487168"/>
            <a:ext cx="676656" cy="6766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79476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46557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ORDENAR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264408" y="36576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relato que otra persona pueda seguir.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6492240" y="2487168"/>
            <a:ext cx="676656" cy="6766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16305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61888" y="36576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Seis aportes, soporte y transiciones.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9189720" y="2487168"/>
            <a:ext cx="676656" cy="67665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89720" y="2670048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860536" y="3328416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MEJORAR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659368" y="365760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Ensayar, observar, ajustar y comprobar.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1243584" y="5102352"/>
            <a:ext cx="9692640" cy="768096"/>
          </a:xfrm>
          <a:prstGeom prst="roundRect">
            <a:avLst>
              <a:gd name="adj" fmla="val 4762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36192" y="528523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05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3310128" y="5230368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8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Guion + soporte visual + seis roles y tiempos + una corrección comprobada</a:t>
            </a:r>
            <a:endParaRPr lang="en-US" sz="1580" dirty="0"/>
          </a:p>
        </p:txBody>
      </p:sp>
      <p:sp>
        <p:nvSpPr>
          <p:cNvPr id="29" name="Text 2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0" name="Text 2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DE 60 MINUTOS</a:t>
            </a:r>
            <a:endParaRPr lang="en-US" sz="9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hora, cinco movimientos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tramo deja un producto que alimenta al siguiente.</a:t>
            </a:r>
            <a:endParaRPr lang="en-US" sz="13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" y="2084832"/>
            <a:ext cx="1828800" cy="1828800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6656" y="2414016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676656" y="29992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96896" y="1975104"/>
            <a:ext cx="1536192" cy="2084832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596896" y="1975104"/>
            <a:ext cx="1536192" cy="155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761488" y="2304288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2706624" y="2907792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RECUPERAR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2715768" y="3273552"/>
            <a:ext cx="1298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 y respaldo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4206240" y="1975104"/>
            <a:ext cx="2029968" cy="2084832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06240" y="1975104"/>
            <a:ext cx="2029968" cy="15544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70832" y="2304288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4315968" y="2907792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</a:t>
            </a:r>
            <a:endParaRPr lang="en-US" sz="1010" dirty="0"/>
          </a:p>
        </p:txBody>
      </p:sp>
      <p:sp>
        <p:nvSpPr>
          <p:cNvPr id="23" name="Text 20"/>
          <p:cNvSpPr/>
          <p:nvPr/>
        </p:nvSpPr>
        <p:spPr>
          <a:xfrm>
            <a:off x="4325112" y="3273552"/>
            <a:ext cx="1792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Relato comprensible</a:t>
            </a:r>
            <a:endParaRPr lang="en-US" sz="1020" dirty="0"/>
          </a:p>
        </p:txBody>
      </p:sp>
      <p:sp>
        <p:nvSpPr>
          <p:cNvPr id="24" name="Shape 21"/>
          <p:cNvSpPr/>
          <p:nvPr/>
        </p:nvSpPr>
        <p:spPr>
          <a:xfrm>
            <a:off x="6309360" y="1975104"/>
            <a:ext cx="1865376" cy="208483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09360" y="1975104"/>
            <a:ext cx="1865376" cy="1554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73952" y="2304288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6419088" y="29077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COORDINAR</a:t>
            </a:r>
            <a:endParaRPr lang="en-US" sz="1010" dirty="0"/>
          </a:p>
        </p:txBody>
      </p:sp>
      <p:sp>
        <p:nvSpPr>
          <p:cNvPr id="28" name="Text 25"/>
          <p:cNvSpPr/>
          <p:nvPr/>
        </p:nvSpPr>
        <p:spPr>
          <a:xfrm>
            <a:off x="6428232" y="3273552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Soporte, roles y transiciones</a:t>
            </a:r>
            <a:endParaRPr lang="en-US" sz="1020" dirty="0"/>
          </a:p>
        </p:txBody>
      </p:sp>
      <p:sp>
        <p:nvSpPr>
          <p:cNvPr id="29" name="Shape 26"/>
          <p:cNvSpPr/>
          <p:nvPr/>
        </p:nvSpPr>
        <p:spPr>
          <a:xfrm>
            <a:off x="8247888" y="1975104"/>
            <a:ext cx="2395728" cy="2084832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47888" y="1975104"/>
            <a:ext cx="2395728" cy="1554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412480" y="2304288"/>
            <a:ext cx="2066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8357616" y="29077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spc="6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ENSAYAR</a:t>
            </a:r>
            <a:endParaRPr lang="en-US" sz="1010" dirty="0"/>
          </a:p>
        </p:txBody>
      </p:sp>
      <p:sp>
        <p:nvSpPr>
          <p:cNvPr id="33" name="Text 30"/>
          <p:cNvSpPr/>
          <p:nvPr/>
        </p:nvSpPr>
        <p:spPr>
          <a:xfrm>
            <a:off x="8366760" y="3273552"/>
            <a:ext cx="2157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Observar, corregir y comprobar</a:t>
            </a:r>
            <a:endParaRPr lang="en-US" sz="1020" dirty="0"/>
          </a:p>
        </p:txBody>
      </p:sp>
      <p:sp>
        <p:nvSpPr>
          <p:cNvPr id="34" name="Shape 31"/>
          <p:cNvSpPr/>
          <p:nvPr/>
        </p:nvSpPr>
        <p:spPr>
          <a:xfrm>
            <a:off x="10716768" y="1975104"/>
            <a:ext cx="1298448" cy="2084832"/>
          </a:xfrm>
          <a:prstGeom prst="roundRect">
            <a:avLst>
              <a:gd name="adj" fmla="val 2113"/>
            </a:avLst>
          </a:prstGeom>
          <a:solidFill>
            <a:srgbClr val="E9EEF4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716768" y="1975104"/>
            <a:ext cx="1298448" cy="155448"/>
          </a:xfrm>
          <a:prstGeom prst="rect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881360" y="2304288"/>
            <a:ext cx="9692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10826496" y="2907792"/>
            <a:ext cx="1078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6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CERRAR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10835640" y="3273552"/>
            <a:ext cx="1060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Versión preparada</a:t>
            </a:r>
            <a:endParaRPr lang="en-US" sz="920" dirty="0"/>
          </a:p>
        </p:txBody>
      </p:sp>
      <p:sp>
        <p:nvSpPr>
          <p:cNvPr id="39" name="Shape 36"/>
          <p:cNvSpPr/>
          <p:nvPr/>
        </p:nvSpPr>
        <p:spPr>
          <a:xfrm>
            <a:off x="1234440" y="4800600"/>
            <a:ext cx="9710928" cy="877824"/>
          </a:xfrm>
          <a:prstGeom prst="roundRect">
            <a:avLst>
              <a:gd name="adj" fmla="val 4167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572768" y="5074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preparan una versión clara. El proyecto sigue creciendo con el trabajo del equipo.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1"/>
          <a:srcRect l="18125" r="18125" t="0" b="0"/>
          <a:stretch/>
        </p:blipFill>
        <p:spPr>
          <a:xfrm>
            <a:off x="6729984" y="0"/>
            <a:ext cx="5458968" cy="6858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341864" y="146304"/>
            <a:ext cx="1609344" cy="1024128"/>
          </a:xfrm>
          <a:prstGeom prst="roundRect">
            <a:avLst>
              <a:gd name="adj" fmla="val 3571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94944" y="512064"/>
            <a:ext cx="2487168" cy="365760"/>
          </a:xfrm>
          <a:prstGeom prst="roundRect">
            <a:avLst>
              <a:gd name="adj" fmla="val 125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54864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980" dirty="0"/>
          </a:p>
        </p:txBody>
      </p:sp>
      <p:sp>
        <p:nvSpPr>
          <p:cNvPr id="10" name="Text 6"/>
          <p:cNvSpPr/>
          <p:nvPr/>
        </p:nvSpPr>
        <p:spPr>
          <a:xfrm>
            <a:off x="694944" y="1225296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presentar,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recuperen su historia</a:t>
            </a:r>
            <a:endParaRPr lang="en-US" sz="3200" dirty="0"/>
          </a:p>
        </p:txBody>
      </p:sp>
      <p:sp>
        <p:nvSpPr>
          <p:cNvPr id="11" name="Text 7"/>
          <p:cNvSpPr/>
          <p:nvPr/>
        </p:nvSpPr>
        <p:spPr>
          <a:xfrm>
            <a:off x="731520" y="2706624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1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parten de cero. Cada mentoría dejó una decisión, un producto o una evidencia que ahora debe entrar al relato.</a:t>
            </a:r>
            <a:endParaRPr lang="en-US" sz="1510" dirty="0"/>
          </a:p>
        </p:txBody>
      </p:sp>
      <p:sp>
        <p:nvSpPr>
          <p:cNvPr id="12" name="Shape 8"/>
          <p:cNvSpPr/>
          <p:nvPr/>
        </p:nvSpPr>
        <p:spPr>
          <a:xfrm>
            <a:off x="731520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1020" dirty="0"/>
          </a:p>
        </p:txBody>
      </p:sp>
      <p:sp>
        <p:nvSpPr>
          <p:cNvPr id="14" name="Shape 10"/>
          <p:cNvSpPr/>
          <p:nvPr/>
        </p:nvSpPr>
        <p:spPr>
          <a:xfrm>
            <a:off x="2432304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505456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</a:t>
            </a:r>
            <a:endParaRPr lang="en-US" sz="1020" dirty="0"/>
          </a:p>
        </p:txBody>
      </p:sp>
      <p:sp>
        <p:nvSpPr>
          <p:cNvPr id="16" name="Shape 12"/>
          <p:cNvSpPr/>
          <p:nvPr/>
        </p:nvSpPr>
        <p:spPr>
          <a:xfrm>
            <a:off x="4133088" y="4096512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4133088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731520" y="4974336"/>
            <a:ext cx="4983480" cy="768096"/>
          </a:xfrm>
          <a:prstGeom prst="roundRect">
            <a:avLst>
              <a:gd name="adj" fmla="val 4762"/>
            </a:avLst>
          </a:prstGeom>
          <a:solidFill>
            <a:srgbClr val="0D223A"/>
          </a:solidFill>
          <a:ln w="12700">
            <a:solidFill>
              <a:srgbClr val="1D4E89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7552" y="51937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no inventa valor: hace visible el proceso que el equipo puede respaldar.</a:t>
            </a:r>
            <a:endParaRPr lang="en-US" sz="1540" dirty="0"/>
          </a:p>
        </p:txBody>
      </p:sp>
      <p:sp>
        <p:nvSpPr>
          <p:cNvPr id="20" name="Text 1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21" name="Text 1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3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 DEL PROYECTO</a:t>
            </a:r>
            <a:endParaRPr lang="en-US" sz="98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35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presentación recibe el trabajo anterior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07008"/>
            <a:ext cx="9052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etapas, una sola historia: cada producto explica por qué existe el siguiente.</a:t>
            </a:r>
            <a:endParaRPr lang="en-US" sz="13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883664"/>
            <a:ext cx="2340864" cy="2907792"/>
          </a:xfrm>
          <a:prstGeom prst="roundRect">
            <a:avLst>
              <a:gd name="adj" fmla="val 1563"/>
            </a:avLst>
          </a:prstGeom>
          <a:solidFill>
            <a:srgbClr val="F8E4E5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84832"/>
            <a:ext cx="530352" cy="5303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2311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481328" y="213969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86968" y="2944368"/>
            <a:ext cx="1883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Situación validada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contexto afectado</a:t>
            </a:r>
            <a:endParaRPr lang="en-US" sz="1310" dirty="0"/>
          </a:p>
        </p:txBody>
      </p:sp>
      <p:sp>
        <p:nvSpPr>
          <p:cNvPr id="16" name="Shape 13"/>
          <p:cNvSpPr/>
          <p:nvPr/>
        </p:nvSpPr>
        <p:spPr>
          <a:xfrm>
            <a:off x="950976" y="3913632"/>
            <a:ext cx="1755648" cy="0"/>
          </a:xfrm>
          <a:prstGeom prst="line">
            <a:avLst/>
          </a:prstGeom>
          <a:noFill/>
          <a:ln w="12700">
            <a:solidFill>
              <a:srgbClr val="D62027">
                <a:alpha val="6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409651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necesita cambiar?</a:t>
            </a:r>
            <a:endParaRPr lang="en-US" sz="1070" dirty="0"/>
          </a:p>
        </p:txBody>
      </p:sp>
      <p:sp>
        <p:nvSpPr>
          <p:cNvPr id="18" name="Shape 15"/>
          <p:cNvSpPr/>
          <p:nvPr/>
        </p:nvSpPr>
        <p:spPr>
          <a:xfrm>
            <a:off x="3049524" y="3017520"/>
            <a:ext cx="82296" cy="530352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182112" y="1883664"/>
            <a:ext cx="2340864" cy="2907792"/>
          </a:xfrm>
          <a:prstGeom prst="roundRect">
            <a:avLst>
              <a:gd name="adj" fmla="val 1563"/>
            </a:avLst>
          </a:prstGeom>
          <a:solidFill>
            <a:srgbClr val="DDF4F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46704" y="2084832"/>
            <a:ext cx="530352" cy="53035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346704" y="22311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005072" y="213969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3410712" y="2944368"/>
            <a:ext cx="1883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propuesta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recursos definidos</a:t>
            </a:r>
            <a:endParaRPr lang="en-US" sz="1310" dirty="0"/>
          </a:p>
        </p:txBody>
      </p:sp>
      <p:sp>
        <p:nvSpPr>
          <p:cNvPr id="24" name="Shape 21"/>
          <p:cNvSpPr/>
          <p:nvPr/>
        </p:nvSpPr>
        <p:spPr>
          <a:xfrm>
            <a:off x="3474720" y="3913632"/>
            <a:ext cx="1755648" cy="0"/>
          </a:xfrm>
          <a:prstGeom prst="line">
            <a:avLst/>
          </a:prstGeom>
          <a:noFill/>
          <a:ln w="12700">
            <a:solidFill>
              <a:srgbClr val="35B7C6">
                <a:alpha val="6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01568" y="409651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decidimos hacer?</a:t>
            </a:r>
            <a:endParaRPr lang="en-US" sz="1070" dirty="0"/>
          </a:p>
        </p:txBody>
      </p:sp>
      <p:sp>
        <p:nvSpPr>
          <p:cNvPr id="26" name="Shape 23"/>
          <p:cNvSpPr/>
          <p:nvPr/>
        </p:nvSpPr>
        <p:spPr>
          <a:xfrm>
            <a:off x="5573268" y="3017520"/>
            <a:ext cx="82296" cy="530352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1883664"/>
            <a:ext cx="2340864" cy="2907792"/>
          </a:xfrm>
          <a:prstGeom prst="roundRect">
            <a:avLst>
              <a:gd name="adj" fmla="val 1563"/>
            </a:avLst>
          </a:prstGeom>
          <a:solidFill>
            <a:srgbClr val="FBF3DE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870448" y="2084832"/>
            <a:ext cx="530352" cy="5303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70448" y="22311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528816" y="213969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934456" y="2944368"/>
            <a:ext cx="1883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Prueba, maqueta,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simulación o registro</a:t>
            </a:r>
            <a:endParaRPr lang="en-US" sz="1310" dirty="0"/>
          </a:p>
        </p:txBody>
      </p:sp>
      <p:sp>
        <p:nvSpPr>
          <p:cNvPr id="32" name="Shape 29"/>
          <p:cNvSpPr/>
          <p:nvPr/>
        </p:nvSpPr>
        <p:spPr>
          <a:xfrm>
            <a:off x="5998464" y="3913632"/>
            <a:ext cx="1755648" cy="0"/>
          </a:xfrm>
          <a:prstGeom prst="line">
            <a:avLst/>
          </a:prstGeom>
          <a:noFill/>
          <a:ln w="12700">
            <a:solidFill>
              <a:srgbClr val="E0BC5A">
                <a:alpha val="6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25312" y="409651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mostrar?</a:t>
            </a:r>
            <a:endParaRPr lang="en-US" sz="1070" dirty="0"/>
          </a:p>
        </p:txBody>
      </p:sp>
      <p:sp>
        <p:nvSpPr>
          <p:cNvPr id="34" name="Shape 31"/>
          <p:cNvSpPr/>
          <p:nvPr/>
        </p:nvSpPr>
        <p:spPr>
          <a:xfrm>
            <a:off x="8097012" y="3017520"/>
            <a:ext cx="82296" cy="530352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29600" y="1883664"/>
            <a:ext cx="3273552" cy="2907792"/>
          </a:xfrm>
          <a:prstGeom prst="roundRect">
            <a:avLst>
              <a:gd name="adj" fmla="val 1258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084832"/>
            <a:ext cx="530352" cy="53035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94192" y="2231136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M4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9052560" y="21396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RELATO PÚBLICO</a:t>
            </a:r>
            <a:endParaRPr lang="en-US" sz="1330" dirty="0"/>
          </a:p>
        </p:txBody>
      </p:sp>
      <p:sp>
        <p:nvSpPr>
          <p:cNvPr id="39" name="Text 36"/>
          <p:cNvSpPr/>
          <p:nvPr/>
        </p:nvSpPr>
        <p:spPr>
          <a:xfrm>
            <a:off x="8458200" y="2944368"/>
            <a:ext cx="28163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Guion + soporte + roles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primera corrección</a:t>
            </a:r>
            <a:endParaRPr lang="en-US" sz="1310" dirty="0"/>
          </a:p>
        </p:txBody>
      </p:sp>
      <p:sp>
        <p:nvSpPr>
          <p:cNvPr id="40" name="Shape 37"/>
          <p:cNvSpPr/>
          <p:nvPr/>
        </p:nvSpPr>
        <p:spPr>
          <a:xfrm>
            <a:off x="8522208" y="3913632"/>
            <a:ext cx="2688336" cy="0"/>
          </a:xfrm>
          <a:prstGeom prst="line">
            <a:avLst/>
          </a:prstGeom>
          <a:noFill/>
          <a:ln w="12700">
            <a:solidFill>
              <a:srgbClr val="2E8B57">
                <a:alpha val="6500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449056" y="4096512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i="1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lo comprenderá otra persona?</a:t>
            </a:r>
            <a:endParaRPr lang="en-US" sz="1120" dirty="0"/>
          </a:p>
        </p:txBody>
      </p:sp>
      <p:sp>
        <p:nvSpPr>
          <p:cNvPr id="42" name="Shape 39"/>
          <p:cNvSpPr/>
          <p:nvPr/>
        </p:nvSpPr>
        <p:spPr>
          <a:xfrm>
            <a:off x="1097280" y="5230368"/>
            <a:ext cx="9966960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97280" y="5230368"/>
            <a:ext cx="137160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481328" y="54315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9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FALTA UNA PIEZA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3154680" y="5394960"/>
            <a:ext cx="7543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registra como brecha de respaldo. No se completa con una afirmación inventada.</a:t>
            </a:r>
            <a:endParaRPr lang="en-US" sz="14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58368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461" y="219456"/>
            <a:ext cx="1210150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76656" y="42062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· INVENTARIO NARRATIVO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676656" y="749808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anclajes sostienen el pitch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94944" y="135331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Escriban una frase clara por anclaje utilizando solamente información que el equipo pueda explicar o respaldar.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94944" y="1993392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2221992"/>
            <a:ext cx="493776" cy="49377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7824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1517904" y="224942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Y CONTEXTO</a:t>
            </a:r>
            <a:endParaRPr lang="en-US" sz="1370" dirty="0"/>
          </a:p>
        </p:txBody>
      </p:sp>
      <p:sp>
        <p:nvSpPr>
          <p:cNvPr id="13" name="Text 10"/>
          <p:cNvSpPr/>
          <p:nvPr/>
        </p:nvSpPr>
        <p:spPr>
          <a:xfrm>
            <a:off x="914400" y="2816352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ocurre, dónde ocurre y quiénes se relacionan con la situación?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7315200" y="1993392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0" y="2221992"/>
            <a:ext cx="493776" cy="49377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98080" y="2359152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20" dirty="0"/>
          </a:p>
        </p:txBody>
      </p:sp>
      <p:sp>
        <p:nvSpPr>
          <p:cNvPr id="17" name="Text 14"/>
          <p:cNvSpPr/>
          <p:nvPr/>
        </p:nvSpPr>
        <p:spPr>
          <a:xfrm>
            <a:off x="8138160" y="224942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SOLUCIÓN PROPUESTA</a:t>
            </a:r>
            <a:endParaRPr lang="en-US" sz="1370" dirty="0"/>
          </a:p>
        </p:txBody>
      </p:sp>
      <p:sp>
        <p:nvSpPr>
          <p:cNvPr id="18" name="Text 15"/>
          <p:cNvSpPr/>
          <p:nvPr/>
        </p:nvSpPr>
        <p:spPr>
          <a:xfrm>
            <a:off x="7534656" y="2816352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propone el equipo y de qué manera responde al problema?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694944" y="4078224"/>
            <a:ext cx="32552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" y="4306824"/>
            <a:ext cx="493776" cy="49377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1517904" y="4334256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</a:t>
            </a:r>
            <a:endParaRPr lang="en-US" sz="1370" dirty="0"/>
          </a:p>
        </p:txBody>
      </p:sp>
      <p:sp>
        <p:nvSpPr>
          <p:cNvPr id="23" name="Text 20"/>
          <p:cNvSpPr/>
          <p:nvPr/>
        </p:nvSpPr>
        <p:spPr>
          <a:xfrm>
            <a:off x="914400" y="4901184"/>
            <a:ext cx="2816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podemos mostrar para respaldar que la propuesta avanzó?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7315200" y="4078224"/>
            <a:ext cx="4169664" cy="1353312"/>
          </a:xfrm>
          <a:prstGeom prst="roundRect">
            <a:avLst>
              <a:gd name="adj" fmla="val 2703"/>
            </a:avLst>
          </a:prstGeom>
          <a:solidFill>
            <a:srgbClr val="0D223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0" y="4306824"/>
            <a:ext cx="493776" cy="49377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498080" y="4443984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8138160" y="4334256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7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APRENDIZAJE O APORTE</a:t>
            </a:r>
            <a:endParaRPr lang="en-US" sz="1370" dirty="0"/>
          </a:p>
        </p:txBody>
      </p:sp>
      <p:sp>
        <p:nvSpPr>
          <p:cNvPr id="28" name="Text 25"/>
          <p:cNvSpPr/>
          <p:nvPr/>
        </p:nvSpPr>
        <p:spPr>
          <a:xfrm>
            <a:off x="7534656" y="4901184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comprendimos mejor y qué mejora busca favorecer la propuesta?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4572000" y="2596896"/>
            <a:ext cx="2139696" cy="213969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91456" y="3246120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HISTORIA</a:t>
            </a:r>
            <a:endParaRPr lang="en-US" sz="1750" dirty="0"/>
          </a:p>
          <a:p>
            <a:pPr algn="ctr" indent="0" marL="0">
              <a:buNone/>
            </a:pPr>
            <a:r>
              <a:rPr lang="en-US" sz="175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PROYECTO</a:t>
            </a:r>
            <a:endParaRPr lang="en-US" sz="1750" dirty="0"/>
          </a:p>
        </p:txBody>
      </p:sp>
      <p:sp>
        <p:nvSpPr>
          <p:cNvPr id="31" name="Shape 28"/>
          <p:cNvSpPr/>
          <p:nvPr/>
        </p:nvSpPr>
        <p:spPr>
          <a:xfrm>
            <a:off x="1170432" y="5742432"/>
            <a:ext cx="9829800" cy="493776"/>
          </a:xfrm>
          <a:prstGeom prst="roundRect">
            <a:avLst>
              <a:gd name="adj" fmla="val 7407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444752" y="5879592"/>
            <a:ext cx="9281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45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MINUTOS · UNA FRASE POR ANCLAJE · SI NO HAY RESPALDO, ESCRIBAN “FALTA COMPROBAR”</a:t>
            </a:r>
            <a:endParaRPr lang="en-US" sz="1040" dirty="0"/>
          </a:p>
        </p:txBody>
      </p:sp>
      <p:sp>
        <p:nvSpPr>
          <p:cNvPr id="33" name="Text 30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4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4 - Comunicar para que la idea avance</dc:title>
  <dc:subject>Mentoría 4 - Comunicar la propuesta y ensayar el pitch</dc:subject>
  <dc:creator>GeoGreen Escolar Osorno</dc:creator>
  <cp:lastModifiedBy>GeoGreen Escolar Osorno</cp:lastModifiedBy>
  <cp:revision>1</cp:revision>
  <dcterms:created xsi:type="dcterms:W3CDTF">2026-07-19T21:29:47Z</dcterms:created>
  <dcterms:modified xsi:type="dcterms:W3CDTF">2026-07-19T21:29:47Z</dcterms:modified>
</cp:coreProperties>
</file>