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85" r:id="rId4"/>
    <p:sldId id="257" r:id="rId5"/>
    <p:sldId id="286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267" r:id="rId14"/>
    <p:sldId id="270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A8B"/>
    <a:srgbClr val="AA0000"/>
    <a:srgbClr val="172844"/>
    <a:srgbClr val="4CB2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85E976-EA3D-4450-A360-064ED2C42DC9}" v="1" dt="2026-06-15T17:25:14.68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5" autoAdjust="0"/>
    <p:restoredTop sz="94660"/>
  </p:normalViewPr>
  <p:slideViewPr>
    <p:cSldViewPr>
      <p:cViewPr varScale="1">
        <p:scale>
          <a:sx n="74" d="100"/>
          <a:sy n="74" d="100"/>
        </p:scale>
        <p:origin x="38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mela Liliana Prado Vargas" userId="bbbe6eb3-fcda-458c-ac27-956984077431" providerId="ADAL" clId="{450DA33A-031D-4167-90FD-1818E0F39128}"/>
    <pc:docChg chg="delSld modSld">
      <pc:chgData name="Pamela Liliana Prado Vargas" userId="bbbe6eb3-fcda-458c-ac27-956984077431" providerId="ADAL" clId="{450DA33A-031D-4167-90FD-1818E0F39128}" dt="2026-06-15T17:25:20.216" v="12" actId="20577"/>
      <pc:docMkLst>
        <pc:docMk/>
      </pc:docMkLst>
      <pc:sldChg chg="del">
        <pc:chgData name="Pamela Liliana Prado Vargas" userId="bbbe6eb3-fcda-458c-ac27-956984077431" providerId="ADAL" clId="{450DA33A-031D-4167-90FD-1818E0F39128}" dt="2026-06-15T17:21:38.899" v="1" actId="47"/>
        <pc:sldMkLst>
          <pc:docMk/>
          <pc:sldMk cId="3992743698" sldId="310"/>
        </pc:sldMkLst>
      </pc:sldChg>
      <pc:sldChg chg="del">
        <pc:chgData name="Pamela Liliana Prado Vargas" userId="bbbe6eb3-fcda-458c-ac27-956984077431" providerId="ADAL" clId="{450DA33A-031D-4167-90FD-1818E0F39128}" dt="2026-06-15T17:25:00.723" v="2" actId="47"/>
        <pc:sldMkLst>
          <pc:docMk/>
          <pc:sldMk cId="3519404279" sldId="311"/>
        </pc:sldMkLst>
      </pc:sldChg>
      <pc:sldChg chg="addSp modSp mod">
        <pc:chgData name="Pamela Liliana Prado Vargas" userId="bbbe6eb3-fcda-458c-ac27-956984077431" providerId="ADAL" clId="{450DA33A-031D-4167-90FD-1818E0F39128}" dt="2026-06-15T17:25:20.216" v="12" actId="20577"/>
        <pc:sldMkLst>
          <pc:docMk/>
          <pc:sldMk cId="1690507080" sldId="312"/>
        </pc:sldMkLst>
        <pc:spChg chg="add mod">
          <ac:chgData name="Pamela Liliana Prado Vargas" userId="bbbe6eb3-fcda-458c-ac27-956984077431" providerId="ADAL" clId="{450DA33A-031D-4167-90FD-1818E0F39128}" dt="2026-06-15T17:25:20.216" v="12" actId="20577"/>
          <ac:spMkLst>
            <pc:docMk/>
            <pc:sldMk cId="1690507080" sldId="312"/>
            <ac:spMk id="2" creationId="{8112A13E-EB23-206F-239E-A45A083C6DF6}"/>
          </ac:spMkLst>
        </pc:spChg>
      </pc:sldChg>
      <pc:sldChg chg="del">
        <pc:chgData name="Pamela Liliana Prado Vargas" userId="bbbe6eb3-fcda-458c-ac27-956984077431" providerId="ADAL" clId="{450DA33A-031D-4167-90FD-1818E0F39128}" dt="2026-06-15T17:21:31.129" v="0" actId="47"/>
        <pc:sldMkLst>
          <pc:docMk/>
          <pc:sldMk cId="2242375040" sldId="33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0D0A0C-D266-4A47-9C87-3056ADED8F3B}" type="datetimeFigureOut">
              <a:rPr lang="es-CL" smtClean="0"/>
              <a:t>15-06-2026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0D770-0040-453E-9841-0EC5739E1C4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35116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50D770-0040-453E-9841-0EC5739E1C45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1437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7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posición de imagen 10">
            <a:extLst>
              <a:ext uri="{FF2B5EF4-FFF2-40B4-BE49-F238E27FC236}">
                <a16:creationId xmlns:a16="http://schemas.microsoft.com/office/drawing/2014/main" id="{73246EA4-AEA7-9B6B-FF00-74AAB51F4E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67600" y="1618279"/>
            <a:ext cx="4441427" cy="4433655"/>
          </a:xfrm>
          <a:custGeom>
            <a:avLst/>
            <a:gdLst>
              <a:gd name="csX0" fmla="*/ 447875 w 4441427"/>
              <a:gd name="csY0" fmla="*/ 0 h 4433655"/>
              <a:gd name="csX1" fmla="*/ 2090083 w 4441427"/>
              <a:gd name="csY1" fmla="*/ 0 h 4433655"/>
              <a:gd name="csX2" fmla="*/ 2407328 w 4441427"/>
              <a:gd name="csY2" fmla="*/ 130402 h 4433655"/>
              <a:gd name="csX3" fmla="*/ 4310797 w 4441427"/>
              <a:gd name="csY3" fmla="*/ 2030540 h 4433655"/>
              <a:gd name="csX4" fmla="*/ 4441427 w 4441427"/>
              <a:gd name="csY4" fmla="*/ 2347229 h 4433655"/>
              <a:gd name="csX5" fmla="*/ 4441427 w 4441427"/>
              <a:gd name="csY5" fmla="*/ 3986564 h 4433655"/>
              <a:gd name="csX6" fmla="*/ 4012213 w 4441427"/>
              <a:gd name="csY6" fmla="*/ 4433655 h 4433655"/>
              <a:gd name="csX7" fmla="*/ 2351344 w 4441427"/>
              <a:gd name="csY7" fmla="*/ 4433655 h 4433655"/>
              <a:gd name="csX8" fmla="*/ 2034099 w 4441427"/>
              <a:gd name="csY8" fmla="*/ 4303254 h 4433655"/>
              <a:gd name="csX9" fmla="*/ 130630 w 4441427"/>
              <a:gd name="csY9" fmla="*/ 2403116 h 4433655"/>
              <a:gd name="csX10" fmla="*/ 0 w 4441427"/>
              <a:gd name="csY10" fmla="*/ 2086426 h 4433655"/>
              <a:gd name="csX11" fmla="*/ 0 w 4441427"/>
              <a:gd name="csY11" fmla="*/ 447091 h 4433655"/>
              <a:gd name="csX12" fmla="*/ 447875 w 4441427"/>
              <a:gd name="csY12" fmla="*/ 0 h 4433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441427" h="4433655">
                <a:moveTo>
                  <a:pt x="447875" y="0"/>
                </a:moveTo>
                <a:cubicBezTo>
                  <a:pt x="447875" y="0"/>
                  <a:pt x="447875" y="0"/>
                  <a:pt x="2090083" y="0"/>
                </a:cubicBezTo>
                <a:cubicBezTo>
                  <a:pt x="2220713" y="0"/>
                  <a:pt x="2332682" y="37258"/>
                  <a:pt x="2407328" y="130402"/>
                </a:cubicBezTo>
                <a:cubicBezTo>
                  <a:pt x="2407328" y="130402"/>
                  <a:pt x="2407328" y="130402"/>
                  <a:pt x="4310797" y="2030540"/>
                </a:cubicBezTo>
                <a:cubicBezTo>
                  <a:pt x="4404104" y="2123684"/>
                  <a:pt x="4441427" y="2235456"/>
                  <a:pt x="4441427" y="2347229"/>
                </a:cubicBezTo>
                <a:cubicBezTo>
                  <a:pt x="4441427" y="2347229"/>
                  <a:pt x="4441427" y="2347229"/>
                  <a:pt x="4441427" y="3986564"/>
                </a:cubicBezTo>
                <a:cubicBezTo>
                  <a:pt x="4441427" y="4228738"/>
                  <a:pt x="4254813" y="4433655"/>
                  <a:pt x="4012213" y="4433655"/>
                </a:cubicBezTo>
                <a:cubicBezTo>
                  <a:pt x="4012213" y="4433655"/>
                  <a:pt x="4012213" y="4433655"/>
                  <a:pt x="2351344" y="4433655"/>
                </a:cubicBezTo>
                <a:cubicBezTo>
                  <a:pt x="2239375" y="4433655"/>
                  <a:pt x="2127406" y="4377769"/>
                  <a:pt x="2034099" y="4303254"/>
                </a:cubicBezTo>
                <a:cubicBezTo>
                  <a:pt x="2034099" y="4303254"/>
                  <a:pt x="2034099" y="4303254"/>
                  <a:pt x="130630" y="2403116"/>
                </a:cubicBezTo>
                <a:cubicBezTo>
                  <a:pt x="55985" y="2309972"/>
                  <a:pt x="0" y="2198199"/>
                  <a:pt x="0" y="2086426"/>
                </a:cubicBezTo>
                <a:cubicBezTo>
                  <a:pt x="0" y="2086426"/>
                  <a:pt x="0" y="2086426"/>
                  <a:pt x="0" y="447091"/>
                </a:cubicBezTo>
                <a:cubicBezTo>
                  <a:pt x="0" y="186288"/>
                  <a:pt x="205276" y="0"/>
                  <a:pt x="447875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endParaRPr lang="es-CL" dirty="0"/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E5057853-E527-FBFE-8AD5-C509FDC0C7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463166"/>
            <a:ext cx="8458200" cy="685800"/>
          </a:xfrm>
          <a:prstGeom prst="rect">
            <a:avLst/>
          </a:prstGeom>
        </p:spPr>
        <p:txBody>
          <a:bodyPr/>
          <a:lstStyle>
            <a:lvl1pPr>
              <a:defRPr sz="4400" b="1">
                <a:solidFill>
                  <a:schemeClr val="bg1"/>
                </a:solidFill>
                <a:latin typeface="Ubuntu" panose="020B0504030602030204" pitchFamily="34" charset="0"/>
              </a:defRPr>
            </a:lvl1pPr>
            <a:lvl2pPr>
              <a:defRPr sz="2000">
                <a:latin typeface="Ubuntu" panose="020B0504030602030204" pitchFamily="34" charset="0"/>
              </a:defRPr>
            </a:lvl2pPr>
            <a:lvl3pPr>
              <a:defRPr sz="2000">
                <a:latin typeface="Ubuntu" panose="020B0504030602030204" pitchFamily="34" charset="0"/>
              </a:defRPr>
            </a:lvl3pPr>
            <a:lvl4pPr>
              <a:defRPr sz="2000">
                <a:latin typeface="Ubuntu" panose="020B0504030602030204" pitchFamily="34" charset="0"/>
              </a:defRPr>
            </a:lvl4pPr>
            <a:lvl5pPr>
              <a:defRPr sz="2000">
                <a:latin typeface="Ubuntu" panose="020B0504030602030204" pitchFamily="34" charset="0"/>
              </a:defRPr>
            </a:lvl5pPr>
          </a:lstStyle>
          <a:p>
            <a:pPr lvl="0"/>
            <a:r>
              <a:rPr lang="es-ES" dirty="0"/>
              <a:t>TÍTULO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E4367A8-91BE-0DDD-BD55-9BD0D1DCAB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823" y="301241"/>
            <a:ext cx="1391204" cy="10096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102A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10">
            <a:extLst>
              <a:ext uri="{FF2B5EF4-FFF2-40B4-BE49-F238E27FC236}">
                <a16:creationId xmlns:a16="http://schemas.microsoft.com/office/drawing/2014/main" id="{944D6B44-AB32-44DD-1C9C-42C2B6C4F9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89863" y="304800"/>
            <a:ext cx="2193259" cy="2189422"/>
          </a:xfrm>
          <a:custGeom>
            <a:avLst/>
            <a:gdLst>
              <a:gd name="csX0" fmla="*/ 447875 w 4441427"/>
              <a:gd name="csY0" fmla="*/ 0 h 4433655"/>
              <a:gd name="csX1" fmla="*/ 2090083 w 4441427"/>
              <a:gd name="csY1" fmla="*/ 0 h 4433655"/>
              <a:gd name="csX2" fmla="*/ 2407328 w 4441427"/>
              <a:gd name="csY2" fmla="*/ 130402 h 4433655"/>
              <a:gd name="csX3" fmla="*/ 4310797 w 4441427"/>
              <a:gd name="csY3" fmla="*/ 2030540 h 4433655"/>
              <a:gd name="csX4" fmla="*/ 4441427 w 4441427"/>
              <a:gd name="csY4" fmla="*/ 2347229 h 4433655"/>
              <a:gd name="csX5" fmla="*/ 4441427 w 4441427"/>
              <a:gd name="csY5" fmla="*/ 3986564 h 4433655"/>
              <a:gd name="csX6" fmla="*/ 4012213 w 4441427"/>
              <a:gd name="csY6" fmla="*/ 4433655 h 4433655"/>
              <a:gd name="csX7" fmla="*/ 2351344 w 4441427"/>
              <a:gd name="csY7" fmla="*/ 4433655 h 4433655"/>
              <a:gd name="csX8" fmla="*/ 2034099 w 4441427"/>
              <a:gd name="csY8" fmla="*/ 4303254 h 4433655"/>
              <a:gd name="csX9" fmla="*/ 130630 w 4441427"/>
              <a:gd name="csY9" fmla="*/ 2403116 h 4433655"/>
              <a:gd name="csX10" fmla="*/ 0 w 4441427"/>
              <a:gd name="csY10" fmla="*/ 2086426 h 4433655"/>
              <a:gd name="csX11" fmla="*/ 0 w 4441427"/>
              <a:gd name="csY11" fmla="*/ 447091 h 4433655"/>
              <a:gd name="csX12" fmla="*/ 447875 w 4441427"/>
              <a:gd name="csY12" fmla="*/ 0 h 4433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441427" h="4433655">
                <a:moveTo>
                  <a:pt x="447875" y="0"/>
                </a:moveTo>
                <a:cubicBezTo>
                  <a:pt x="447875" y="0"/>
                  <a:pt x="447875" y="0"/>
                  <a:pt x="2090083" y="0"/>
                </a:cubicBezTo>
                <a:cubicBezTo>
                  <a:pt x="2220713" y="0"/>
                  <a:pt x="2332682" y="37258"/>
                  <a:pt x="2407328" y="130402"/>
                </a:cubicBezTo>
                <a:cubicBezTo>
                  <a:pt x="2407328" y="130402"/>
                  <a:pt x="2407328" y="130402"/>
                  <a:pt x="4310797" y="2030540"/>
                </a:cubicBezTo>
                <a:cubicBezTo>
                  <a:pt x="4404104" y="2123684"/>
                  <a:pt x="4441427" y="2235456"/>
                  <a:pt x="4441427" y="2347229"/>
                </a:cubicBezTo>
                <a:cubicBezTo>
                  <a:pt x="4441427" y="2347229"/>
                  <a:pt x="4441427" y="2347229"/>
                  <a:pt x="4441427" y="3986564"/>
                </a:cubicBezTo>
                <a:cubicBezTo>
                  <a:pt x="4441427" y="4228738"/>
                  <a:pt x="4254813" y="4433655"/>
                  <a:pt x="4012213" y="4433655"/>
                </a:cubicBezTo>
                <a:cubicBezTo>
                  <a:pt x="4012213" y="4433655"/>
                  <a:pt x="4012213" y="4433655"/>
                  <a:pt x="2351344" y="4433655"/>
                </a:cubicBezTo>
                <a:cubicBezTo>
                  <a:pt x="2239375" y="4433655"/>
                  <a:pt x="2127406" y="4377769"/>
                  <a:pt x="2034099" y="4303254"/>
                </a:cubicBezTo>
                <a:cubicBezTo>
                  <a:pt x="2034099" y="4303254"/>
                  <a:pt x="2034099" y="4303254"/>
                  <a:pt x="130630" y="2403116"/>
                </a:cubicBezTo>
                <a:cubicBezTo>
                  <a:pt x="55985" y="2309972"/>
                  <a:pt x="0" y="2198199"/>
                  <a:pt x="0" y="2086426"/>
                </a:cubicBezTo>
                <a:cubicBezTo>
                  <a:pt x="0" y="2086426"/>
                  <a:pt x="0" y="2086426"/>
                  <a:pt x="0" y="447091"/>
                </a:cubicBezTo>
                <a:cubicBezTo>
                  <a:pt x="0" y="186288"/>
                  <a:pt x="205276" y="0"/>
                  <a:pt x="447875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endParaRPr lang="es-CL" dirty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585EF43E-82A0-E6CB-B82B-060E7CF25B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373" y="304801"/>
            <a:ext cx="2133511" cy="2133601"/>
          </a:xfrm>
          <a:custGeom>
            <a:avLst/>
            <a:gdLst>
              <a:gd name="csX0" fmla="*/ 1066755 w 2133511"/>
              <a:gd name="csY0" fmla="*/ 0 h 2133601"/>
              <a:gd name="csX1" fmla="*/ 1242398 w 2133511"/>
              <a:gd name="csY1" fmla="*/ 72855 h 2133601"/>
              <a:gd name="csX2" fmla="*/ 2060745 w 2133511"/>
              <a:gd name="csY2" fmla="*/ 891203 h 2133601"/>
              <a:gd name="csX3" fmla="*/ 2133511 w 2133511"/>
              <a:gd name="csY3" fmla="*/ 1066845 h 2133601"/>
              <a:gd name="csX4" fmla="*/ 2133511 w 2133511"/>
              <a:gd name="csY4" fmla="*/ 1885193 h 2133601"/>
              <a:gd name="csX5" fmla="*/ 1885103 w 2133511"/>
              <a:gd name="csY5" fmla="*/ 2133601 h 2133601"/>
              <a:gd name="csX6" fmla="*/ 248408 w 2133511"/>
              <a:gd name="csY6" fmla="*/ 2133601 h 2133601"/>
              <a:gd name="csX7" fmla="*/ 0 w 2133511"/>
              <a:gd name="csY7" fmla="*/ 1885193 h 2133601"/>
              <a:gd name="csX8" fmla="*/ 0 w 2133511"/>
              <a:gd name="csY8" fmla="*/ 1066845 h 2133601"/>
              <a:gd name="csX9" fmla="*/ 72766 w 2133511"/>
              <a:gd name="csY9" fmla="*/ 891203 h 2133601"/>
              <a:gd name="csX10" fmla="*/ 891113 w 2133511"/>
              <a:gd name="csY10" fmla="*/ 72855 h 2133601"/>
              <a:gd name="csX11" fmla="*/ 1066755 w 2133511"/>
              <a:gd name="csY11" fmla="*/ 0 h 2133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133511" h="2133601">
                <a:moveTo>
                  <a:pt x="1066755" y="0"/>
                </a:moveTo>
                <a:cubicBezTo>
                  <a:pt x="1130291" y="0"/>
                  <a:pt x="1193827" y="24285"/>
                  <a:pt x="1242398" y="72855"/>
                </a:cubicBezTo>
                <a:lnTo>
                  <a:pt x="2060745" y="891203"/>
                </a:lnTo>
                <a:cubicBezTo>
                  <a:pt x="2107344" y="937802"/>
                  <a:pt x="2133511" y="1000889"/>
                  <a:pt x="2133511" y="1066845"/>
                </a:cubicBezTo>
                <a:lnTo>
                  <a:pt x="2133511" y="1885193"/>
                </a:lnTo>
                <a:cubicBezTo>
                  <a:pt x="2133511" y="2022481"/>
                  <a:pt x="2022391" y="2133601"/>
                  <a:pt x="1885103" y="2133601"/>
                </a:cubicBezTo>
                <a:lnTo>
                  <a:pt x="248408" y="2133601"/>
                </a:lnTo>
                <a:cubicBezTo>
                  <a:pt x="111121" y="2133601"/>
                  <a:pt x="0" y="2022481"/>
                  <a:pt x="0" y="1885193"/>
                </a:cubicBezTo>
                <a:lnTo>
                  <a:pt x="0" y="1066845"/>
                </a:lnTo>
                <a:cubicBezTo>
                  <a:pt x="0" y="1000889"/>
                  <a:pt x="26167" y="937802"/>
                  <a:pt x="72766" y="891203"/>
                </a:cubicBezTo>
                <a:lnTo>
                  <a:pt x="891113" y="72855"/>
                </a:lnTo>
                <a:cubicBezTo>
                  <a:pt x="939684" y="24285"/>
                  <a:pt x="1003219" y="0"/>
                  <a:pt x="1066755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DA524760-B4AE-B19C-29DF-D45C99C326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33774" y="304800"/>
            <a:ext cx="3124200" cy="2133600"/>
          </a:xfrm>
          <a:custGeom>
            <a:avLst/>
            <a:gdLst>
              <a:gd name="csX0" fmla="*/ 355607 w 3124200"/>
              <a:gd name="csY0" fmla="*/ 0 h 2133600"/>
              <a:gd name="csX1" fmla="*/ 2768593 w 3124200"/>
              <a:gd name="csY1" fmla="*/ 0 h 2133600"/>
              <a:gd name="csX2" fmla="*/ 3124200 w 3124200"/>
              <a:gd name="csY2" fmla="*/ 355607 h 2133600"/>
              <a:gd name="csX3" fmla="*/ 3124200 w 3124200"/>
              <a:gd name="csY3" fmla="*/ 1777994 h 2133600"/>
              <a:gd name="csX4" fmla="*/ 2840260 w 3124200"/>
              <a:gd name="csY4" fmla="*/ 2126376 h 2133600"/>
              <a:gd name="csX5" fmla="*/ 2768603 w 3124200"/>
              <a:gd name="csY5" fmla="*/ 2133600 h 2133600"/>
              <a:gd name="csX6" fmla="*/ 355597 w 3124200"/>
              <a:gd name="csY6" fmla="*/ 2133600 h 2133600"/>
              <a:gd name="csX7" fmla="*/ 283940 w 3124200"/>
              <a:gd name="csY7" fmla="*/ 2126376 h 2133600"/>
              <a:gd name="csX8" fmla="*/ 0 w 3124200"/>
              <a:gd name="csY8" fmla="*/ 1777994 h 2133600"/>
              <a:gd name="csX9" fmla="*/ 0 w 3124200"/>
              <a:gd name="csY9" fmla="*/ 355607 h 2133600"/>
              <a:gd name="csX10" fmla="*/ 355607 w 3124200"/>
              <a:gd name="csY10" fmla="*/ 0 h 213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124200" h="2133600">
                <a:moveTo>
                  <a:pt x="355607" y="0"/>
                </a:moveTo>
                <a:lnTo>
                  <a:pt x="2768593" y="0"/>
                </a:lnTo>
                <a:cubicBezTo>
                  <a:pt x="2964989" y="0"/>
                  <a:pt x="3124200" y="159211"/>
                  <a:pt x="3124200" y="355607"/>
                </a:cubicBezTo>
                <a:lnTo>
                  <a:pt x="3124200" y="1777994"/>
                </a:lnTo>
                <a:cubicBezTo>
                  <a:pt x="3124200" y="1949841"/>
                  <a:pt x="3002304" y="2093217"/>
                  <a:pt x="2840260" y="2126376"/>
                </a:cubicBezTo>
                <a:lnTo>
                  <a:pt x="2768603" y="2133600"/>
                </a:lnTo>
                <a:lnTo>
                  <a:pt x="355597" y="2133600"/>
                </a:lnTo>
                <a:lnTo>
                  <a:pt x="283940" y="2126376"/>
                </a:lnTo>
                <a:cubicBezTo>
                  <a:pt x="121896" y="2093217"/>
                  <a:pt x="0" y="1949841"/>
                  <a:pt x="0" y="1777994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22" name="Marcador de posición de imagen 21">
            <a:extLst>
              <a:ext uri="{FF2B5EF4-FFF2-40B4-BE49-F238E27FC236}">
                <a16:creationId xmlns:a16="http://schemas.microsoft.com/office/drawing/2014/main" id="{34147912-A25C-9935-F0FB-F14121C41A2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37775" y="315414"/>
            <a:ext cx="2128084" cy="2189422"/>
          </a:xfrm>
          <a:custGeom>
            <a:avLst/>
            <a:gdLst>
              <a:gd name="csX0" fmla="*/ 254918 w 2128084"/>
              <a:gd name="csY0" fmla="*/ 0 h 2189422"/>
              <a:gd name="csX1" fmla="*/ 1033281 w 2128084"/>
              <a:gd name="csY1" fmla="*/ 0 h 2189422"/>
              <a:gd name="csX2" fmla="*/ 1213526 w 2128084"/>
              <a:gd name="csY2" fmla="*/ 74673 h 2189422"/>
              <a:gd name="csX3" fmla="*/ 2053320 w 2128084"/>
              <a:gd name="csY3" fmla="*/ 914466 h 2189422"/>
              <a:gd name="csX4" fmla="*/ 2053320 w 2128084"/>
              <a:gd name="csY4" fmla="*/ 1274956 h 2189422"/>
              <a:gd name="csX5" fmla="*/ 1213526 w 2128084"/>
              <a:gd name="csY5" fmla="*/ 2114750 h 2189422"/>
              <a:gd name="csX6" fmla="*/ 1083274 w 2128084"/>
              <a:gd name="csY6" fmla="*/ 2184480 h 2189422"/>
              <a:gd name="csX7" fmla="*/ 1033291 w 2128084"/>
              <a:gd name="csY7" fmla="*/ 2189422 h 2189422"/>
              <a:gd name="csX8" fmla="*/ 254908 w 2128084"/>
              <a:gd name="csY8" fmla="*/ 2189422 h 2189422"/>
              <a:gd name="csX9" fmla="*/ 203515 w 2128084"/>
              <a:gd name="csY9" fmla="*/ 2184248 h 2189422"/>
              <a:gd name="csX10" fmla="*/ 0 w 2128084"/>
              <a:gd name="csY10" fmla="*/ 1934505 h 2189422"/>
              <a:gd name="csX11" fmla="*/ 0 w 2128084"/>
              <a:gd name="csY11" fmla="*/ 254918 h 2189422"/>
              <a:gd name="csX12" fmla="*/ 254918 w 2128084"/>
              <a:gd name="csY12" fmla="*/ 0 h 21894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128084" h="2189422">
                <a:moveTo>
                  <a:pt x="254918" y="0"/>
                </a:moveTo>
                <a:lnTo>
                  <a:pt x="1033281" y="0"/>
                </a:lnTo>
                <a:cubicBezTo>
                  <a:pt x="1100965" y="0"/>
                  <a:pt x="1165706" y="26853"/>
                  <a:pt x="1213526" y="74673"/>
                </a:cubicBezTo>
                <a:lnTo>
                  <a:pt x="2053320" y="914466"/>
                </a:lnTo>
                <a:cubicBezTo>
                  <a:pt x="2153006" y="1014153"/>
                  <a:pt x="2153006" y="1175270"/>
                  <a:pt x="2053320" y="1274956"/>
                </a:cubicBezTo>
                <a:lnTo>
                  <a:pt x="1213526" y="2114750"/>
                </a:lnTo>
                <a:cubicBezTo>
                  <a:pt x="1177661" y="2150615"/>
                  <a:pt x="1132278" y="2174686"/>
                  <a:pt x="1083274" y="2184480"/>
                </a:cubicBezTo>
                <a:lnTo>
                  <a:pt x="1033291" y="2189422"/>
                </a:lnTo>
                <a:lnTo>
                  <a:pt x="254908" y="2189422"/>
                </a:lnTo>
                <a:lnTo>
                  <a:pt x="203515" y="2184248"/>
                </a:lnTo>
                <a:cubicBezTo>
                  <a:pt x="87306" y="2160495"/>
                  <a:pt x="0" y="2057780"/>
                  <a:pt x="0" y="1934505"/>
                </a:cubicBezTo>
                <a:lnTo>
                  <a:pt x="0" y="254918"/>
                </a:lnTo>
                <a:cubicBezTo>
                  <a:pt x="0" y="114032"/>
                  <a:pt x="114032" y="0"/>
                  <a:pt x="254918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17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10">
            <a:extLst>
              <a:ext uri="{FF2B5EF4-FFF2-40B4-BE49-F238E27FC236}">
                <a16:creationId xmlns:a16="http://schemas.microsoft.com/office/drawing/2014/main" id="{944D6B44-AB32-44DD-1C9C-42C2B6C4F9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89863" y="304800"/>
            <a:ext cx="2193259" cy="2189422"/>
          </a:xfrm>
          <a:custGeom>
            <a:avLst/>
            <a:gdLst>
              <a:gd name="csX0" fmla="*/ 447875 w 4441427"/>
              <a:gd name="csY0" fmla="*/ 0 h 4433655"/>
              <a:gd name="csX1" fmla="*/ 2090083 w 4441427"/>
              <a:gd name="csY1" fmla="*/ 0 h 4433655"/>
              <a:gd name="csX2" fmla="*/ 2407328 w 4441427"/>
              <a:gd name="csY2" fmla="*/ 130402 h 4433655"/>
              <a:gd name="csX3" fmla="*/ 4310797 w 4441427"/>
              <a:gd name="csY3" fmla="*/ 2030540 h 4433655"/>
              <a:gd name="csX4" fmla="*/ 4441427 w 4441427"/>
              <a:gd name="csY4" fmla="*/ 2347229 h 4433655"/>
              <a:gd name="csX5" fmla="*/ 4441427 w 4441427"/>
              <a:gd name="csY5" fmla="*/ 3986564 h 4433655"/>
              <a:gd name="csX6" fmla="*/ 4012213 w 4441427"/>
              <a:gd name="csY6" fmla="*/ 4433655 h 4433655"/>
              <a:gd name="csX7" fmla="*/ 2351344 w 4441427"/>
              <a:gd name="csY7" fmla="*/ 4433655 h 4433655"/>
              <a:gd name="csX8" fmla="*/ 2034099 w 4441427"/>
              <a:gd name="csY8" fmla="*/ 4303254 h 4433655"/>
              <a:gd name="csX9" fmla="*/ 130630 w 4441427"/>
              <a:gd name="csY9" fmla="*/ 2403116 h 4433655"/>
              <a:gd name="csX10" fmla="*/ 0 w 4441427"/>
              <a:gd name="csY10" fmla="*/ 2086426 h 4433655"/>
              <a:gd name="csX11" fmla="*/ 0 w 4441427"/>
              <a:gd name="csY11" fmla="*/ 447091 h 4433655"/>
              <a:gd name="csX12" fmla="*/ 447875 w 4441427"/>
              <a:gd name="csY12" fmla="*/ 0 h 4433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441427" h="4433655">
                <a:moveTo>
                  <a:pt x="447875" y="0"/>
                </a:moveTo>
                <a:cubicBezTo>
                  <a:pt x="447875" y="0"/>
                  <a:pt x="447875" y="0"/>
                  <a:pt x="2090083" y="0"/>
                </a:cubicBezTo>
                <a:cubicBezTo>
                  <a:pt x="2220713" y="0"/>
                  <a:pt x="2332682" y="37258"/>
                  <a:pt x="2407328" y="130402"/>
                </a:cubicBezTo>
                <a:cubicBezTo>
                  <a:pt x="2407328" y="130402"/>
                  <a:pt x="2407328" y="130402"/>
                  <a:pt x="4310797" y="2030540"/>
                </a:cubicBezTo>
                <a:cubicBezTo>
                  <a:pt x="4404104" y="2123684"/>
                  <a:pt x="4441427" y="2235456"/>
                  <a:pt x="4441427" y="2347229"/>
                </a:cubicBezTo>
                <a:cubicBezTo>
                  <a:pt x="4441427" y="2347229"/>
                  <a:pt x="4441427" y="2347229"/>
                  <a:pt x="4441427" y="3986564"/>
                </a:cubicBezTo>
                <a:cubicBezTo>
                  <a:pt x="4441427" y="4228738"/>
                  <a:pt x="4254813" y="4433655"/>
                  <a:pt x="4012213" y="4433655"/>
                </a:cubicBezTo>
                <a:cubicBezTo>
                  <a:pt x="4012213" y="4433655"/>
                  <a:pt x="4012213" y="4433655"/>
                  <a:pt x="2351344" y="4433655"/>
                </a:cubicBezTo>
                <a:cubicBezTo>
                  <a:pt x="2239375" y="4433655"/>
                  <a:pt x="2127406" y="4377769"/>
                  <a:pt x="2034099" y="4303254"/>
                </a:cubicBezTo>
                <a:cubicBezTo>
                  <a:pt x="2034099" y="4303254"/>
                  <a:pt x="2034099" y="4303254"/>
                  <a:pt x="130630" y="2403116"/>
                </a:cubicBezTo>
                <a:cubicBezTo>
                  <a:pt x="55985" y="2309972"/>
                  <a:pt x="0" y="2198199"/>
                  <a:pt x="0" y="2086426"/>
                </a:cubicBezTo>
                <a:cubicBezTo>
                  <a:pt x="0" y="2086426"/>
                  <a:pt x="0" y="2086426"/>
                  <a:pt x="0" y="447091"/>
                </a:cubicBezTo>
                <a:cubicBezTo>
                  <a:pt x="0" y="186288"/>
                  <a:pt x="205276" y="0"/>
                  <a:pt x="447875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endParaRPr lang="es-CL" dirty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585EF43E-82A0-E6CB-B82B-060E7CF25B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373" y="304801"/>
            <a:ext cx="2133511" cy="2133601"/>
          </a:xfrm>
          <a:custGeom>
            <a:avLst/>
            <a:gdLst>
              <a:gd name="csX0" fmla="*/ 1066755 w 2133511"/>
              <a:gd name="csY0" fmla="*/ 0 h 2133601"/>
              <a:gd name="csX1" fmla="*/ 1242398 w 2133511"/>
              <a:gd name="csY1" fmla="*/ 72855 h 2133601"/>
              <a:gd name="csX2" fmla="*/ 2060745 w 2133511"/>
              <a:gd name="csY2" fmla="*/ 891203 h 2133601"/>
              <a:gd name="csX3" fmla="*/ 2133511 w 2133511"/>
              <a:gd name="csY3" fmla="*/ 1066845 h 2133601"/>
              <a:gd name="csX4" fmla="*/ 2133511 w 2133511"/>
              <a:gd name="csY4" fmla="*/ 1885193 h 2133601"/>
              <a:gd name="csX5" fmla="*/ 1885103 w 2133511"/>
              <a:gd name="csY5" fmla="*/ 2133601 h 2133601"/>
              <a:gd name="csX6" fmla="*/ 248408 w 2133511"/>
              <a:gd name="csY6" fmla="*/ 2133601 h 2133601"/>
              <a:gd name="csX7" fmla="*/ 0 w 2133511"/>
              <a:gd name="csY7" fmla="*/ 1885193 h 2133601"/>
              <a:gd name="csX8" fmla="*/ 0 w 2133511"/>
              <a:gd name="csY8" fmla="*/ 1066845 h 2133601"/>
              <a:gd name="csX9" fmla="*/ 72766 w 2133511"/>
              <a:gd name="csY9" fmla="*/ 891203 h 2133601"/>
              <a:gd name="csX10" fmla="*/ 891113 w 2133511"/>
              <a:gd name="csY10" fmla="*/ 72855 h 2133601"/>
              <a:gd name="csX11" fmla="*/ 1066755 w 2133511"/>
              <a:gd name="csY11" fmla="*/ 0 h 2133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133511" h="2133601">
                <a:moveTo>
                  <a:pt x="1066755" y="0"/>
                </a:moveTo>
                <a:cubicBezTo>
                  <a:pt x="1130291" y="0"/>
                  <a:pt x="1193827" y="24285"/>
                  <a:pt x="1242398" y="72855"/>
                </a:cubicBezTo>
                <a:lnTo>
                  <a:pt x="2060745" y="891203"/>
                </a:lnTo>
                <a:cubicBezTo>
                  <a:pt x="2107344" y="937802"/>
                  <a:pt x="2133511" y="1000889"/>
                  <a:pt x="2133511" y="1066845"/>
                </a:cubicBezTo>
                <a:lnTo>
                  <a:pt x="2133511" y="1885193"/>
                </a:lnTo>
                <a:cubicBezTo>
                  <a:pt x="2133511" y="2022481"/>
                  <a:pt x="2022391" y="2133601"/>
                  <a:pt x="1885103" y="2133601"/>
                </a:cubicBezTo>
                <a:lnTo>
                  <a:pt x="248408" y="2133601"/>
                </a:lnTo>
                <a:cubicBezTo>
                  <a:pt x="111121" y="2133601"/>
                  <a:pt x="0" y="2022481"/>
                  <a:pt x="0" y="1885193"/>
                </a:cubicBezTo>
                <a:lnTo>
                  <a:pt x="0" y="1066845"/>
                </a:lnTo>
                <a:cubicBezTo>
                  <a:pt x="0" y="1000889"/>
                  <a:pt x="26167" y="937802"/>
                  <a:pt x="72766" y="891203"/>
                </a:cubicBezTo>
                <a:lnTo>
                  <a:pt x="891113" y="72855"/>
                </a:lnTo>
                <a:cubicBezTo>
                  <a:pt x="939684" y="24285"/>
                  <a:pt x="1003219" y="0"/>
                  <a:pt x="1066755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DA524760-B4AE-B19C-29DF-D45C99C326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33774" y="304800"/>
            <a:ext cx="3124200" cy="2133600"/>
          </a:xfrm>
          <a:custGeom>
            <a:avLst/>
            <a:gdLst>
              <a:gd name="csX0" fmla="*/ 355607 w 3124200"/>
              <a:gd name="csY0" fmla="*/ 0 h 2133600"/>
              <a:gd name="csX1" fmla="*/ 2768593 w 3124200"/>
              <a:gd name="csY1" fmla="*/ 0 h 2133600"/>
              <a:gd name="csX2" fmla="*/ 3124200 w 3124200"/>
              <a:gd name="csY2" fmla="*/ 355607 h 2133600"/>
              <a:gd name="csX3" fmla="*/ 3124200 w 3124200"/>
              <a:gd name="csY3" fmla="*/ 1777994 h 2133600"/>
              <a:gd name="csX4" fmla="*/ 2840260 w 3124200"/>
              <a:gd name="csY4" fmla="*/ 2126376 h 2133600"/>
              <a:gd name="csX5" fmla="*/ 2768603 w 3124200"/>
              <a:gd name="csY5" fmla="*/ 2133600 h 2133600"/>
              <a:gd name="csX6" fmla="*/ 355597 w 3124200"/>
              <a:gd name="csY6" fmla="*/ 2133600 h 2133600"/>
              <a:gd name="csX7" fmla="*/ 283940 w 3124200"/>
              <a:gd name="csY7" fmla="*/ 2126376 h 2133600"/>
              <a:gd name="csX8" fmla="*/ 0 w 3124200"/>
              <a:gd name="csY8" fmla="*/ 1777994 h 2133600"/>
              <a:gd name="csX9" fmla="*/ 0 w 3124200"/>
              <a:gd name="csY9" fmla="*/ 355607 h 2133600"/>
              <a:gd name="csX10" fmla="*/ 355607 w 3124200"/>
              <a:gd name="csY10" fmla="*/ 0 h 213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124200" h="2133600">
                <a:moveTo>
                  <a:pt x="355607" y="0"/>
                </a:moveTo>
                <a:lnTo>
                  <a:pt x="2768593" y="0"/>
                </a:lnTo>
                <a:cubicBezTo>
                  <a:pt x="2964989" y="0"/>
                  <a:pt x="3124200" y="159211"/>
                  <a:pt x="3124200" y="355607"/>
                </a:cubicBezTo>
                <a:lnTo>
                  <a:pt x="3124200" y="1777994"/>
                </a:lnTo>
                <a:cubicBezTo>
                  <a:pt x="3124200" y="1949841"/>
                  <a:pt x="3002304" y="2093217"/>
                  <a:pt x="2840260" y="2126376"/>
                </a:cubicBezTo>
                <a:lnTo>
                  <a:pt x="2768603" y="2133600"/>
                </a:lnTo>
                <a:lnTo>
                  <a:pt x="355597" y="2133600"/>
                </a:lnTo>
                <a:lnTo>
                  <a:pt x="283940" y="2126376"/>
                </a:lnTo>
                <a:cubicBezTo>
                  <a:pt x="121896" y="2093217"/>
                  <a:pt x="0" y="1949841"/>
                  <a:pt x="0" y="1777994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22" name="Marcador de posición de imagen 21">
            <a:extLst>
              <a:ext uri="{FF2B5EF4-FFF2-40B4-BE49-F238E27FC236}">
                <a16:creationId xmlns:a16="http://schemas.microsoft.com/office/drawing/2014/main" id="{34147912-A25C-9935-F0FB-F14121C41A2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37775" y="315414"/>
            <a:ext cx="2128084" cy="2189422"/>
          </a:xfrm>
          <a:custGeom>
            <a:avLst/>
            <a:gdLst>
              <a:gd name="csX0" fmla="*/ 254918 w 2128084"/>
              <a:gd name="csY0" fmla="*/ 0 h 2189422"/>
              <a:gd name="csX1" fmla="*/ 1033281 w 2128084"/>
              <a:gd name="csY1" fmla="*/ 0 h 2189422"/>
              <a:gd name="csX2" fmla="*/ 1213526 w 2128084"/>
              <a:gd name="csY2" fmla="*/ 74673 h 2189422"/>
              <a:gd name="csX3" fmla="*/ 2053320 w 2128084"/>
              <a:gd name="csY3" fmla="*/ 914466 h 2189422"/>
              <a:gd name="csX4" fmla="*/ 2053320 w 2128084"/>
              <a:gd name="csY4" fmla="*/ 1274956 h 2189422"/>
              <a:gd name="csX5" fmla="*/ 1213526 w 2128084"/>
              <a:gd name="csY5" fmla="*/ 2114750 h 2189422"/>
              <a:gd name="csX6" fmla="*/ 1083274 w 2128084"/>
              <a:gd name="csY6" fmla="*/ 2184480 h 2189422"/>
              <a:gd name="csX7" fmla="*/ 1033291 w 2128084"/>
              <a:gd name="csY7" fmla="*/ 2189422 h 2189422"/>
              <a:gd name="csX8" fmla="*/ 254908 w 2128084"/>
              <a:gd name="csY8" fmla="*/ 2189422 h 2189422"/>
              <a:gd name="csX9" fmla="*/ 203515 w 2128084"/>
              <a:gd name="csY9" fmla="*/ 2184248 h 2189422"/>
              <a:gd name="csX10" fmla="*/ 0 w 2128084"/>
              <a:gd name="csY10" fmla="*/ 1934505 h 2189422"/>
              <a:gd name="csX11" fmla="*/ 0 w 2128084"/>
              <a:gd name="csY11" fmla="*/ 254918 h 2189422"/>
              <a:gd name="csX12" fmla="*/ 254918 w 2128084"/>
              <a:gd name="csY12" fmla="*/ 0 h 21894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128084" h="2189422">
                <a:moveTo>
                  <a:pt x="254918" y="0"/>
                </a:moveTo>
                <a:lnTo>
                  <a:pt x="1033281" y="0"/>
                </a:lnTo>
                <a:cubicBezTo>
                  <a:pt x="1100965" y="0"/>
                  <a:pt x="1165706" y="26853"/>
                  <a:pt x="1213526" y="74673"/>
                </a:cubicBezTo>
                <a:lnTo>
                  <a:pt x="2053320" y="914466"/>
                </a:lnTo>
                <a:cubicBezTo>
                  <a:pt x="2153006" y="1014153"/>
                  <a:pt x="2153006" y="1175270"/>
                  <a:pt x="2053320" y="1274956"/>
                </a:cubicBezTo>
                <a:lnTo>
                  <a:pt x="1213526" y="2114750"/>
                </a:lnTo>
                <a:cubicBezTo>
                  <a:pt x="1177661" y="2150615"/>
                  <a:pt x="1132278" y="2174686"/>
                  <a:pt x="1083274" y="2184480"/>
                </a:cubicBezTo>
                <a:lnTo>
                  <a:pt x="1033291" y="2189422"/>
                </a:lnTo>
                <a:lnTo>
                  <a:pt x="254908" y="2189422"/>
                </a:lnTo>
                <a:lnTo>
                  <a:pt x="203515" y="2184248"/>
                </a:lnTo>
                <a:cubicBezTo>
                  <a:pt x="87306" y="2160495"/>
                  <a:pt x="0" y="2057780"/>
                  <a:pt x="0" y="1934505"/>
                </a:cubicBezTo>
                <a:lnTo>
                  <a:pt x="0" y="254918"/>
                </a:lnTo>
                <a:cubicBezTo>
                  <a:pt x="0" y="114032"/>
                  <a:pt x="114032" y="0"/>
                  <a:pt x="254918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1246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rgbClr val="17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23C0FE88-FF76-B484-7DAE-0BD8EC753A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" y="2959175"/>
            <a:ext cx="3276600" cy="3371042"/>
          </a:xfrm>
          <a:custGeom>
            <a:avLst/>
            <a:gdLst>
              <a:gd name="csX0" fmla="*/ 254918 w 2128084"/>
              <a:gd name="csY0" fmla="*/ 0 h 2189422"/>
              <a:gd name="csX1" fmla="*/ 1033281 w 2128084"/>
              <a:gd name="csY1" fmla="*/ 0 h 2189422"/>
              <a:gd name="csX2" fmla="*/ 1213526 w 2128084"/>
              <a:gd name="csY2" fmla="*/ 74673 h 2189422"/>
              <a:gd name="csX3" fmla="*/ 2053320 w 2128084"/>
              <a:gd name="csY3" fmla="*/ 914466 h 2189422"/>
              <a:gd name="csX4" fmla="*/ 2053320 w 2128084"/>
              <a:gd name="csY4" fmla="*/ 1274956 h 2189422"/>
              <a:gd name="csX5" fmla="*/ 1213526 w 2128084"/>
              <a:gd name="csY5" fmla="*/ 2114750 h 2189422"/>
              <a:gd name="csX6" fmla="*/ 1083274 w 2128084"/>
              <a:gd name="csY6" fmla="*/ 2184480 h 2189422"/>
              <a:gd name="csX7" fmla="*/ 1033291 w 2128084"/>
              <a:gd name="csY7" fmla="*/ 2189422 h 2189422"/>
              <a:gd name="csX8" fmla="*/ 254908 w 2128084"/>
              <a:gd name="csY8" fmla="*/ 2189422 h 2189422"/>
              <a:gd name="csX9" fmla="*/ 203515 w 2128084"/>
              <a:gd name="csY9" fmla="*/ 2184248 h 2189422"/>
              <a:gd name="csX10" fmla="*/ 0 w 2128084"/>
              <a:gd name="csY10" fmla="*/ 1934505 h 2189422"/>
              <a:gd name="csX11" fmla="*/ 0 w 2128084"/>
              <a:gd name="csY11" fmla="*/ 254918 h 2189422"/>
              <a:gd name="csX12" fmla="*/ 254918 w 2128084"/>
              <a:gd name="csY12" fmla="*/ 0 h 21894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128084" h="2189422">
                <a:moveTo>
                  <a:pt x="254918" y="0"/>
                </a:moveTo>
                <a:lnTo>
                  <a:pt x="1033281" y="0"/>
                </a:lnTo>
                <a:cubicBezTo>
                  <a:pt x="1100965" y="0"/>
                  <a:pt x="1165706" y="26853"/>
                  <a:pt x="1213526" y="74673"/>
                </a:cubicBezTo>
                <a:lnTo>
                  <a:pt x="2053320" y="914466"/>
                </a:lnTo>
                <a:cubicBezTo>
                  <a:pt x="2153006" y="1014153"/>
                  <a:pt x="2153006" y="1175270"/>
                  <a:pt x="2053320" y="1274956"/>
                </a:cubicBezTo>
                <a:lnTo>
                  <a:pt x="1213526" y="2114750"/>
                </a:lnTo>
                <a:cubicBezTo>
                  <a:pt x="1177661" y="2150615"/>
                  <a:pt x="1132278" y="2174686"/>
                  <a:pt x="1083274" y="2184480"/>
                </a:cubicBezTo>
                <a:lnTo>
                  <a:pt x="1033291" y="2189422"/>
                </a:lnTo>
                <a:lnTo>
                  <a:pt x="254908" y="2189422"/>
                </a:lnTo>
                <a:lnTo>
                  <a:pt x="203515" y="2184248"/>
                </a:lnTo>
                <a:cubicBezTo>
                  <a:pt x="87306" y="2160495"/>
                  <a:pt x="0" y="2057780"/>
                  <a:pt x="0" y="1934505"/>
                </a:cubicBezTo>
                <a:lnTo>
                  <a:pt x="0" y="254918"/>
                </a:lnTo>
                <a:cubicBezTo>
                  <a:pt x="0" y="114032"/>
                  <a:pt x="114032" y="0"/>
                  <a:pt x="254918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B15C092E-2163-0449-D039-0D80F992E1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823" y="301241"/>
            <a:ext cx="1391204" cy="10096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ntent">
    <p:bg>
      <p:bgPr>
        <a:solidFill>
          <a:srgbClr val="102A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23C0FE88-FF76-B484-7DAE-0BD8EC753A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" y="2959175"/>
            <a:ext cx="3276600" cy="3371042"/>
          </a:xfrm>
          <a:custGeom>
            <a:avLst/>
            <a:gdLst>
              <a:gd name="csX0" fmla="*/ 254918 w 2128084"/>
              <a:gd name="csY0" fmla="*/ 0 h 2189422"/>
              <a:gd name="csX1" fmla="*/ 1033281 w 2128084"/>
              <a:gd name="csY1" fmla="*/ 0 h 2189422"/>
              <a:gd name="csX2" fmla="*/ 1213526 w 2128084"/>
              <a:gd name="csY2" fmla="*/ 74673 h 2189422"/>
              <a:gd name="csX3" fmla="*/ 2053320 w 2128084"/>
              <a:gd name="csY3" fmla="*/ 914466 h 2189422"/>
              <a:gd name="csX4" fmla="*/ 2053320 w 2128084"/>
              <a:gd name="csY4" fmla="*/ 1274956 h 2189422"/>
              <a:gd name="csX5" fmla="*/ 1213526 w 2128084"/>
              <a:gd name="csY5" fmla="*/ 2114750 h 2189422"/>
              <a:gd name="csX6" fmla="*/ 1083274 w 2128084"/>
              <a:gd name="csY6" fmla="*/ 2184480 h 2189422"/>
              <a:gd name="csX7" fmla="*/ 1033291 w 2128084"/>
              <a:gd name="csY7" fmla="*/ 2189422 h 2189422"/>
              <a:gd name="csX8" fmla="*/ 254908 w 2128084"/>
              <a:gd name="csY8" fmla="*/ 2189422 h 2189422"/>
              <a:gd name="csX9" fmla="*/ 203515 w 2128084"/>
              <a:gd name="csY9" fmla="*/ 2184248 h 2189422"/>
              <a:gd name="csX10" fmla="*/ 0 w 2128084"/>
              <a:gd name="csY10" fmla="*/ 1934505 h 2189422"/>
              <a:gd name="csX11" fmla="*/ 0 w 2128084"/>
              <a:gd name="csY11" fmla="*/ 254918 h 2189422"/>
              <a:gd name="csX12" fmla="*/ 254918 w 2128084"/>
              <a:gd name="csY12" fmla="*/ 0 h 21894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128084" h="2189422">
                <a:moveTo>
                  <a:pt x="254918" y="0"/>
                </a:moveTo>
                <a:lnTo>
                  <a:pt x="1033281" y="0"/>
                </a:lnTo>
                <a:cubicBezTo>
                  <a:pt x="1100965" y="0"/>
                  <a:pt x="1165706" y="26853"/>
                  <a:pt x="1213526" y="74673"/>
                </a:cubicBezTo>
                <a:lnTo>
                  <a:pt x="2053320" y="914466"/>
                </a:lnTo>
                <a:cubicBezTo>
                  <a:pt x="2153006" y="1014153"/>
                  <a:pt x="2153006" y="1175270"/>
                  <a:pt x="2053320" y="1274956"/>
                </a:cubicBezTo>
                <a:lnTo>
                  <a:pt x="1213526" y="2114750"/>
                </a:lnTo>
                <a:cubicBezTo>
                  <a:pt x="1177661" y="2150615"/>
                  <a:pt x="1132278" y="2174686"/>
                  <a:pt x="1083274" y="2184480"/>
                </a:cubicBezTo>
                <a:lnTo>
                  <a:pt x="1033291" y="2189422"/>
                </a:lnTo>
                <a:lnTo>
                  <a:pt x="254908" y="2189422"/>
                </a:lnTo>
                <a:lnTo>
                  <a:pt x="203515" y="2184248"/>
                </a:lnTo>
                <a:cubicBezTo>
                  <a:pt x="87306" y="2160495"/>
                  <a:pt x="0" y="2057780"/>
                  <a:pt x="0" y="1934505"/>
                </a:cubicBezTo>
                <a:lnTo>
                  <a:pt x="0" y="254918"/>
                </a:lnTo>
                <a:cubicBezTo>
                  <a:pt x="0" y="114032"/>
                  <a:pt x="114032" y="0"/>
                  <a:pt x="254918" y="0"/>
                </a:cubicBezTo>
                <a:close/>
              </a:path>
            </a:pathLst>
          </a:custGeom>
          <a:solidFill>
            <a:srgbClr val="FF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98434266-81BE-3331-6207-C51AD872C7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823" y="301241"/>
            <a:ext cx="1391204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335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>
      <p:bgPr>
        <a:solidFill>
          <a:srgbClr val="A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72D75D6E-7173-5253-7B66-FDE90CE51EB0}"/>
              </a:ext>
            </a:extLst>
          </p:cNvPr>
          <p:cNvSpPr/>
          <p:nvPr/>
        </p:nvSpPr>
        <p:spPr>
          <a:xfrm>
            <a:off x="9962643" y="4526518"/>
            <a:ext cx="1697688" cy="1697688"/>
          </a:xfrm>
          <a:custGeom>
            <a:avLst/>
            <a:gdLst>
              <a:gd name="csX0" fmla="*/ 1528468 w 1697688"/>
              <a:gd name="csY0" fmla="*/ 0 h 1697688"/>
              <a:gd name="csX1" fmla="*/ 898454 w 1697688"/>
              <a:gd name="csY1" fmla="*/ 0 h 1697688"/>
              <a:gd name="csX2" fmla="*/ 778843 w 1697688"/>
              <a:gd name="csY2" fmla="*/ 49610 h 1697688"/>
              <a:gd name="csX3" fmla="*/ 49610 w 1697688"/>
              <a:gd name="csY3" fmla="*/ 778843 h 1697688"/>
              <a:gd name="csX4" fmla="*/ 0 w 1697688"/>
              <a:gd name="csY4" fmla="*/ 898454 h 1697688"/>
              <a:gd name="csX5" fmla="*/ 0 w 1697688"/>
              <a:gd name="csY5" fmla="*/ 1528468 h 1697688"/>
              <a:gd name="csX6" fmla="*/ 169221 w 1697688"/>
              <a:gd name="csY6" fmla="*/ 1697689 h 1697688"/>
              <a:gd name="csX7" fmla="*/ 799235 w 1697688"/>
              <a:gd name="csY7" fmla="*/ 1697689 h 1697688"/>
              <a:gd name="csX8" fmla="*/ 918846 w 1697688"/>
              <a:gd name="csY8" fmla="*/ 1648079 h 1697688"/>
              <a:gd name="csX9" fmla="*/ 1648079 w 1697688"/>
              <a:gd name="csY9" fmla="*/ 918846 h 1697688"/>
              <a:gd name="csX10" fmla="*/ 1697689 w 1697688"/>
              <a:gd name="csY10" fmla="*/ 799235 h 1697688"/>
              <a:gd name="csX11" fmla="*/ 1697689 w 1697688"/>
              <a:gd name="csY11" fmla="*/ 169221 h 1697688"/>
              <a:gd name="csX12" fmla="*/ 1528468 w 1697688"/>
              <a:gd name="csY12" fmla="*/ 0 h 16976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97688" h="1697688">
                <a:moveTo>
                  <a:pt x="1528468" y="0"/>
                </a:moveTo>
                <a:lnTo>
                  <a:pt x="898454" y="0"/>
                </a:lnTo>
                <a:cubicBezTo>
                  <a:pt x="853562" y="0"/>
                  <a:pt x="810496" y="17805"/>
                  <a:pt x="778843" y="49610"/>
                </a:cubicBezTo>
                <a:lnTo>
                  <a:pt x="49610" y="778843"/>
                </a:lnTo>
                <a:cubicBezTo>
                  <a:pt x="17957" y="810496"/>
                  <a:pt x="0" y="853562"/>
                  <a:pt x="0" y="898454"/>
                </a:cubicBezTo>
                <a:lnTo>
                  <a:pt x="0" y="1528468"/>
                </a:lnTo>
                <a:cubicBezTo>
                  <a:pt x="0" y="1621905"/>
                  <a:pt x="75784" y="1697689"/>
                  <a:pt x="169221" y="1697689"/>
                </a:cubicBezTo>
                <a:lnTo>
                  <a:pt x="799235" y="1697689"/>
                </a:lnTo>
                <a:cubicBezTo>
                  <a:pt x="844127" y="1697689"/>
                  <a:pt x="887193" y="1679884"/>
                  <a:pt x="918846" y="1648079"/>
                </a:cubicBezTo>
                <a:lnTo>
                  <a:pt x="1648079" y="918846"/>
                </a:lnTo>
                <a:cubicBezTo>
                  <a:pt x="1679732" y="887193"/>
                  <a:pt x="1697689" y="844127"/>
                  <a:pt x="1697689" y="799235"/>
                </a:cubicBezTo>
                <a:lnTo>
                  <a:pt x="1697689" y="169221"/>
                </a:lnTo>
                <a:cubicBezTo>
                  <a:pt x="1697689" y="75784"/>
                  <a:pt x="1621905" y="0"/>
                  <a:pt x="1528468" y="0"/>
                </a:cubicBezTo>
                <a:close/>
              </a:path>
            </a:pathLst>
          </a:custGeom>
          <a:solidFill>
            <a:srgbClr val="172844"/>
          </a:solidFill>
          <a:ln w="15207" cap="flat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04F546C3-7C51-605A-B1E4-7862CEA563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4041" y="838200"/>
            <a:ext cx="1697689" cy="1697537"/>
          </a:xfrm>
          <a:custGeom>
            <a:avLst/>
            <a:gdLst>
              <a:gd name="csX0" fmla="*/ 898302 w 1697689"/>
              <a:gd name="csY0" fmla="*/ 0 h 1697537"/>
              <a:gd name="csX1" fmla="*/ 1528316 w 1697689"/>
              <a:gd name="csY1" fmla="*/ 0 h 1697537"/>
              <a:gd name="csX2" fmla="*/ 1528468 w 1697689"/>
              <a:gd name="csY2" fmla="*/ 0 h 1697537"/>
              <a:gd name="csX3" fmla="*/ 1697689 w 1697689"/>
              <a:gd name="csY3" fmla="*/ 169221 h 1697537"/>
              <a:gd name="csX4" fmla="*/ 1697689 w 1697689"/>
              <a:gd name="csY4" fmla="*/ 799083 h 1697537"/>
              <a:gd name="csX5" fmla="*/ 1648079 w 1697689"/>
              <a:gd name="csY5" fmla="*/ 918694 h 1697537"/>
              <a:gd name="csX6" fmla="*/ 918846 w 1697689"/>
              <a:gd name="csY6" fmla="*/ 1647927 h 1697537"/>
              <a:gd name="csX7" fmla="*/ 799235 w 1697689"/>
              <a:gd name="csY7" fmla="*/ 1697537 h 1697537"/>
              <a:gd name="csX8" fmla="*/ 169221 w 1697689"/>
              <a:gd name="csY8" fmla="*/ 1697537 h 1697537"/>
              <a:gd name="csX9" fmla="*/ 0 w 1697689"/>
              <a:gd name="csY9" fmla="*/ 1528316 h 1697537"/>
              <a:gd name="csX10" fmla="*/ 0 w 1697689"/>
              <a:gd name="csY10" fmla="*/ 898302 h 1697537"/>
              <a:gd name="csX11" fmla="*/ 49610 w 1697689"/>
              <a:gd name="csY11" fmla="*/ 778691 h 1697537"/>
              <a:gd name="csX12" fmla="*/ 778691 w 1697689"/>
              <a:gd name="csY12" fmla="*/ 49610 h 1697537"/>
              <a:gd name="csX13" fmla="*/ 898302 w 1697689"/>
              <a:gd name="csY13" fmla="*/ 0 h 1697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537">
                <a:moveTo>
                  <a:pt x="898302" y="0"/>
                </a:moveTo>
                <a:lnTo>
                  <a:pt x="1528316" y="0"/>
                </a:lnTo>
                <a:lnTo>
                  <a:pt x="1528468" y="0"/>
                </a:lnTo>
                <a:cubicBezTo>
                  <a:pt x="1621905" y="0"/>
                  <a:pt x="1697689" y="75784"/>
                  <a:pt x="1697689" y="169221"/>
                </a:cubicBezTo>
                <a:lnTo>
                  <a:pt x="1697689" y="799083"/>
                </a:lnTo>
                <a:cubicBezTo>
                  <a:pt x="1697689" y="843975"/>
                  <a:pt x="1679732" y="887041"/>
                  <a:pt x="1648079" y="918694"/>
                </a:cubicBezTo>
                <a:lnTo>
                  <a:pt x="918846" y="1647927"/>
                </a:lnTo>
                <a:cubicBezTo>
                  <a:pt x="887193" y="1679732"/>
                  <a:pt x="844127" y="1697537"/>
                  <a:pt x="799235" y="1697537"/>
                </a:cubicBezTo>
                <a:lnTo>
                  <a:pt x="169221" y="1697537"/>
                </a:lnTo>
                <a:cubicBezTo>
                  <a:pt x="75784" y="1697537"/>
                  <a:pt x="0" y="1621753"/>
                  <a:pt x="0" y="1528316"/>
                </a:cubicBezTo>
                <a:lnTo>
                  <a:pt x="0" y="898302"/>
                </a:lnTo>
                <a:cubicBezTo>
                  <a:pt x="0" y="853410"/>
                  <a:pt x="17957" y="810344"/>
                  <a:pt x="49610" y="778691"/>
                </a:cubicBezTo>
                <a:lnTo>
                  <a:pt x="778691" y="49610"/>
                </a:lnTo>
                <a:cubicBezTo>
                  <a:pt x="810344" y="17805"/>
                  <a:pt x="853410" y="0"/>
                  <a:pt x="898302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26" name="Marcador de posición de imagen 25">
            <a:extLst>
              <a:ext uri="{FF2B5EF4-FFF2-40B4-BE49-F238E27FC236}">
                <a16:creationId xmlns:a16="http://schemas.microsoft.com/office/drawing/2014/main" id="{33460A44-0868-1D72-C28D-77808F9A2A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92361" y="838200"/>
            <a:ext cx="1697689" cy="1697537"/>
          </a:xfrm>
          <a:custGeom>
            <a:avLst/>
            <a:gdLst>
              <a:gd name="csX0" fmla="*/ 898302 w 1697689"/>
              <a:gd name="csY0" fmla="*/ 0 h 1697537"/>
              <a:gd name="csX1" fmla="*/ 1528316 w 1697689"/>
              <a:gd name="csY1" fmla="*/ 0 h 1697537"/>
              <a:gd name="csX2" fmla="*/ 1528468 w 1697689"/>
              <a:gd name="csY2" fmla="*/ 0 h 1697537"/>
              <a:gd name="csX3" fmla="*/ 1697689 w 1697689"/>
              <a:gd name="csY3" fmla="*/ 169221 h 1697537"/>
              <a:gd name="csX4" fmla="*/ 1697689 w 1697689"/>
              <a:gd name="csY4" fmla="*/ 799083 h 1697537"/>
              <a:gd name="csX5" fmla="*/ 1648079 w 1697689"/>
              <a:gd name="csY5" fmla="*/ 918694 h 1697537"/>
              <a:gd name="csX6" fmla="*/ 918846 w 1697689"/>
              <a:gd name="csY6" fmla="*/ 1647927 h 1697537"/>
              <a:gd name="csX7" fmla="*/ 799235 w 1697689"/>
              <a:gd name="csY7" fmla="*/ 1697537 h 1697537"/>
              <a:gd name="csX8" fmla="*/ 169221 w 1697689"/>
              <a:gd name="csY8" fmla="*/ 1697537 h 1697537"/>
              <a:gd name="csX9" fmla="*/ 0 w 1697689"/>
              <a:gd name="csY9" fmla="*/ 1528316 h 1697537"/>
              <a:gd name="csX10" fmla="*/ 0 w 1697689"/>
              <a:gd name="csY10" fmla="*/ 898302 h 1697537"/>
              <a:gd name="csX11" fmla="*/ 49610 w 1697689"/>
              <a:gd name="csY11" fmla="*/ 778691 h 1697537"/>
              <a:gd name="csX12" fmla="*/ 778691 w 1697689"/>
              <a:gd name="csY12" fmla="*/ 49610 h 1697537"/>
              <a:gd name="csX13" fmla="*/ 898302 w 1697689"/>
              <a:gd name="csY13" fmla="*/ 0 h 1697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537">
                <a:moveTo>
                  <a:pt x="898302" y="0"/>
                </a:moveTo>
                <a:lnTo>
                  <a:pt x="1528316" y="0"/>
                </a:lnTo>
                <a:lnTo>
                  <a:pt x="1528468" y="0"/>
                </a:lnTo>
                <a:cubicBezTo>
                  <a:pt x="1621905" y="0"/>
                  <a:pt x="1697689" y="75784"/>
                  <a:pt x="1697689" y="169221"/>
                </a:cubicBezTo>
                <a:lnTo>
                  <a:pt x="1697689" y="799083"/>
                </a:lnTo>
                <a:cubicBezTo>
                  <a:pt x="1697689" y="843975"/>
                  <a:pt x="1679732" y="887041"/>
                  <a:pt x="1648079" y="918694"/>
                </a:cubicBezTo>
                <a:lnTo>
                  <a:pt x="918846" y="1647927"/>
                </a:lnTo>
                <a:cubicBezTo>
                  <a:pt x="887193" y="1679732"/>
                  <a:pt x="844127" y="1697537"/>
                  <a:pt x="799235" y="1697537"/>
                </a:cubicBezTo>
                <a:lnTo>
                  <a:pt x="169221" y="1697537"/>
                </a:lnTo>
                <a:cubicBezTo>
                  <a:pt x="75784" y="1697537"/>
                  <a:pt x="0" y="1621753"/>
                  <a:pt x="0" y="1528316"/>
                </a:cubicBezTo>
                <a:lnTo>
                  <a:pt x="0" y="898302"/>
                </a:lnTo>
                <a:cubicBezTo>
                  <a:pt x="0" y="853410"/>
                  <a:pt x="17957" y="810344"/>
                  <a:pt x="49610" y="778691"/>
                </a:cubicBezTo>
                <a:lnTo>
                  <a:pt x="778691" y="49610"/>
                </a:lnTo>
                <a:cubicBezTo>
                  <a:pt x="810344" y="17805"/>
                  <a:pt x="853410" y="0"/>
                  <a:pt x="898302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E5C722F1-09C4-CB8C-9563-9427A43431E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94041" y="4556760"/>
            <a:ext cx="1697689" cy="1697537"/>
          </a:xfrm>
          <a:custGeom>
            <a:avLst/>
            <a:gdLst>
              <a:gd name="csX0" fmla="*/ 898302 w 1697689"/>
              <a:gd name="csY0" fmla="*/ 0 h 1697537"/>
              <a:gd name="csX1" fmla="*/ 1528316 w 1697689"/>
              <a:gd name="csY1" fmla="*/ 0 h 1697537"/>
              <a:gd name="csX2" fmla="*/ 1528468 w 1697689"/>
              <a:gd name="csY2" fmla="*/ 0 h 1697537"/>
              <a:gd name="csX3" fmla="*/ 1697689 w 1697689"/>
              <a:gd name="csY3" fmla="*/ 169221 h 1697537"/>
              <a:gd name="csX4" fmla="*/ 1697689 w 1697689"/>
              <a:gd name="csY4" fmla="*/ 799083 h 1697537"/>
              <a:gd name="csX5" fmla="*/ 1648079 w 1697689"/>
              <a:gd name="csY5" fmla="*/ 918694 h 1697537"/>
              <a:gd name="csX6" fmla="*/ 918846 w 1697689"/>
              <a:gd name="csY6" fmla="*/ 1647927 h 1697537"/>
              <a:gd name="csX7" fmla="*/ 799235 w 1697689"/>
              <a:gd name="csY7" fmla="*/ 1697537 h 1697537"/>
              <a:gd name="csX8" fmla="*/ 169221 w 1697689"/>
              <a:gd name="csY8" fmla="*/ 1697537 h 1697537"/>
              <a:gd name="csX9" fmla="*/ 0 w 1697689"/>
              <a:gd name="csY9" fmla="*/ 1528316 h 1697537"/>
              <a:gd name="csX10" fmla="*/ 0 w 1697689"/>
              <a:gd name="csY10" fmla="*/ 898302 h 1697537"/>
              <a:gd name="csX11" fmla="*/ 49610 w 1697689"/>
              <a:gd name="csY11" fmla="*/ 778691 h 1697537"/>
              <a:gd name="csX12" fmla="*/ 778691 w 1697689"/>
              <a:gd name="csY12" fmla="*/ 49610 h 1697537"/>
              <a:gd name="csX13" fmla="*/ 898302 w 1697689"/>
              <a:gd name="csY13" fmla="*/ 0 h 1697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537">
                <a:moveTo>
                  <a:pt x="898302" y="0"/>
                </a:moveTo>
                <a:lnTo>
                  <a:pt x="1528316" y="0"/>
                </a:lnTo>
                <a:lnTo>
                  <a:pt x="1528468" y="0"/>
                </a:lnTo>
                <a:cubicBezTo>
                  <a:pt x="1621905" y="0"/>
                  <a:pt x="1697689" y="75784"/>
                  <a:pt x="1697689" y="169221"/>
                </a:cubicBezTo>
                <a:lnTo>
                  <a:pt x="1697689" y="799083"/>
                </a:lnTo>
                <a:cubicBezTo>
                  <a:pt x="1697689" y="843975"/>
                  <a:pt x="1679732" y="887041"/>
                  <a:pt x="1648079" y="918694"/>
                </a:cubicBezTo>
                <a:lnTo>
                  <a:pt x="918846" y="1647927"/>
                </a:lnTo>
                <a:cubicBezTo>
                  <a:pt x="887193" y="1679732"/>
                  <a:pt x="844127" y="1697537"/>
                  <a:pt x="799235" y="1697537"/>
                </a:cubicBezTo>
                <a:lnTo>
                  <a:pt x="169221" y="1697537"/>
                </a:lnTo>
                <a:cubicBezTo>
                  <a:pt x="75784" y="1697537"/>
                  <a:pt x="0" y="1621753"/>
                  <a:pt x="0" y="1528316"/>
                </a:cubicBezTo>
                <a:lnTo>
                  <a:pt x="0" y="898302"/>
                </a:lnTo>
                <a:cubicBezTo>
                  <a:pt x="0" y="853410"/>
                  <a:pt x="17957" y="810344"/>
                  <a:pt x="49610" y="778691"/>
                </a:cubicBezTo>
                <a:lnTo>
                  <a:pt x="778691" y="49610"/>
                </a:lnTo>
                <a:cubicBezTo>
                  <a:pt x="810344" y="17805"/>
                  <a:pt x="853410" y="0"/>
                  <a:pt x="898302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30" name="Marcador de posición de imagen 29">
            <a:extLst>
              <a:ext uri="{FF2B5EF4-FFF2-40B4-BE49-F238E27FC236}">
                <a16:creationId xmlns:a16="http://schemas.microsoft.com/office/drawing/2014/main" id="{FB19BA89-3C55-1410-C78F-CBA38F8C99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94041" y="2682283"/>
            <a:ext cx="1697689" cy="1697689"/>
          </a:xfrm>
          <a:custGeom>
            <a:avLst/>
            <a:gdLst>
              <a:gd name="csX0" fmla="*/ 169221 w 1697689"/>
              <a:gd name="csY0" fmla="*/ 0 h 1697689"/>
              <a:gd name="csX1" fmla="*/ 799235 w 1697689"/>
              <a:gd name="csY1" fmla="*/ 0 h 1697689"/>
              <a:gd name="csX2" fmla="*/ 918846 w 1697689"/>
              <a:gd name="csY2" fmla="*/ 49610 h 1697689"/>
              <a:gd name="csX3" fmla="*/ 1648079 w 1697689"/>
              <a:gd name="csY3" fmla="*/ 778843 h 1697689"/>
              <a:gd name="csX4" fmla="*/ 1697689 w 1697689"/>
              <a:gd name="csY4" fmla="*/ 898454 h 1697689"/>
              <a:gd name="csX5" fmla="*/ 1697689 w 1697689"/>
              <a:gd name="csY5" fmla="*/ 1528468 h 1697689"/>
              <a:gd name="csX6" fmla="*/ 1528468 w 1697689"/>
              <a:gd name="csY6" fmla="*/ 1697689 h 1697689"/>
              <a:gd name="csX7" fmla="*/ 1528316 w 1697689"/>
              <a:gd name="csY7" fmla="*/ 1697537 h 1697689"/>
              <a:gd name="csX8" fmla="*/ 898302 w 1697689"/>
              <a:gd name="csY8" fmla="*/ 1697537 h 1697689"/>
              <a:gd name="csX9" fmla="*/ 778691 w 1697689"/>
              <a:gd name="csY9" fmla="*/ 1647927 h 1697689"/>
              <a:gd name="csX10" fmla="*/ 49610 w 1697689"/>
              <a:gd name="csY10" fmla="*/ 918846 h 1697689"/>
              <a:gd name="csX11" fmla="*/ 0 w 1697689"/>
              <a:gd name="csY11" fmla="*/ 799235 h 1697689"/>
              <a:gd name="csX12" fmla="*/ 0 w 1697689"/>
              <a:gd name="csY12" fmla="*/ 169221 h 1697689"/>
              <a:gd name="csX13" fmla="*/ 169221 w 1697689"/>
              <a:gd name="csY13" fmla="*/ 0 h 1697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689">
                <a:moveTo>
                  <a:pt x="169221" y="0"/>
                </a:moveTo>
                <a:lnTo>
                  <a:pt x="799235" y="0"/>
                </a:lnTo>
                <a:cubicBezTo>
                  <a:pt x="844127" y="0"/>
                  <a:pt x="887193" y="17805"/>
                  <a:pt x="918846" y="49610"/>
                </a:cubicBezTo>
                <a:lnTo>
                  <a:pt x="1648079" y="778843"/>
                </a:lnTo>
                <a:cubicBezTo>
                  <a:pt x="1679732" y="810496"/>
                  <a:pt x="1697689" y="853562"/>
                  <a:pt x="1697689" y="898454"/>
                </a:cubicBezTo>
                <a:lnTo>
                  <a:pt x="1697689" y="1528468"/>
                </a:lnTo>
                <a:cubicBezTo>
                  <a:pt x="1697689" y="1621905"/>
                  <a:pt x="1621905" y="1697689"/>
                  <a:pt x="1528468" y="1697689"/>
                </a:cubicBezTo>
                <a:lnTo>
                  <a:pt x="1528316" y="1697537"/>
                </a:lnTo>
                <a:lnTo>
                  <a:pt x="898302" y="1697537"/>
                </a:lnTo>
                <a:cubicBezTo>
                  <a:pt x="853410" y="1697537"/>
                  <a:pt x="810344" y="1679732"/>
                  <a:pt x="778691" y="1647927"/>
                </a:cubicBezTo>
                <a:lnTo>
                  <a:pt x="49610" y="918846"/>
                </a:lnTo>
                <a:cubicBezTo>
                  <a:pt x="17957" y="887193"/>
                  <a:pt x="0" y="844127"/>
                  <a:pt x="0" y="799235"/>
                </a:cubicBezTo>
                <a:lnTo>
                  <a:pt x="0" y="169221"/>
                </a:lnTo>
                <a:cubicBezTo>
                  <a:pt x="0" y="75784"/>
                  <a:pt x="75784" y="0"/>
                  <a:pt x="169221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31" name="Marcador de posición de imagen 30">
            <a:extLst>
              <a:ext uri="{FF2B5EF4-FFF2-40B4-BE49-F238E27FC236}">
                <a16:creationId xmlns:a16="http://schemas.microsoft.com/office/drawing/2014/main" id="{02AAF071-A327-635A-FA2C-1135048C67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22841" y="2682283"/>
            <a:ext cx="1697689" cy="1697689"/>
          </a:xfrm>
          <a:custGeom>
            <a:avLst/>
            <a:gdLst>
              <a:gd name="csX0" fmla="*/ 169221 w 1697689"/>
              <a:gd name="csY0" fmla="*/ 0 h 1697689"/>
              <a:gd name="csX1" fmla="*/ 799235 w 1697689"/>
              <a:gd name="csY1" fmla="*/ 0 h 1697689"/>
              <a:gd name="csX2" fmla="*/ 918846 w 1697689"/>
              <a:gd name="csY2" fmla="*/ 49610 h 1697689"/>
              <a:gd name="csX3" fmla="*/ 1648079 w 1697689"/>
              <a:gd name="csY3" fmla="*/ 778843 h 1697689"/>
              <a:gd name="csX4" fmla="*/ 1697689 w 1697689"/>
              <a:gd name="csY4" fmla="*/ 898454 h 1697689"/>
              <a:gd name="csX5" fmla="*/ 1697689 w 1697689"/>
              <a:gd name="csY5" fmla="*/ 1528468 h 1697689"/>
              <a:gd name="csX6" fmla="*/ 1528468 w 1697689"/>
              <a:gd name="csY6" fmla="*/ 1697689 h 1697689"/>
              <a:gd name="csX7" fmla="*/ 1528316 w 1697689"/>
              <a:gd name="csY7" fmla="*/ 1697537 h 1697689"/>
              <a:gd name="csX8" fmla="*/ 898302 w 1697689"/>
              <a:gd name="csY8" fmla="*/ 1697537 h 1697689"/>
              <a:gd name="csX9" fmla="*/ 778691 w 1697689"/>
              <a:gd name="csY9" fmla="*/ 1647927 h 1697689"/>
              <a:gd name="csX10" fmla="*/ 49610 w 1697689"/>
              <a:gd name="csY10" fmla="*/ 918846 h 1697689"/>
              <a:gd name="csX11" fmla="*/ 0 w 1697689"/>
              <a:gd name="csY11" fmla="*/ 799235 h 1697689"/>
              <a:gd name="csX12" fmla="*/ 0 w 1697689"/>
              <a:gd name="csY12" fmla="*/ 169221 h 1697689"/>
              <a:gd name="csX13" fmla="*/ 169221 w 1697689"/>
              <a:gd name="csY13" fmla="*/ 0 h 1697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689">
                <a:moveTo>
                  <a:pt x="169221" y="0"/>
                </a:moveTo>
                <a:lnTo>
                  <a:pt x="799235" y="0"/>
                </a:lnTo>
                <a:cubicBezTo>
                  <a:pt x="844127" y="0"/>
                  <a:pt x="887193" y="17805"/>
                  <a:pt x="918846" y="49610"/>
                </a:cubicBezTo>
                <a:lnTo>
                  <a:pt x="1648079" y="778843"/>
                </a:lnTo>
                <a:cubicBezTo>
                  <a:pt x="1679732" y="810496"/>
                  <a:pt x="1697689" y="853562"/>
                  <a:pt x="1697689" y="898454"/>
                </a:cubicBezTo>
                <a:lnTo>
                  <a:pt x="1697689" y="1528468"/>
                </a:lnTo>
                <a:cubicBezTo>
                  <a:pt x="1697689" y="1621905"/>
                  <a:pt x="1621905" y="1697689"/>
                  <a:pt x="1528468" y="1697689"/>
                </a:cubicBezTo>
                <a:lnTo>
                  <a:pt x="1528316" y="1697537"/>
                </a:lnTo>
                <a:lnTo>
                  <a:pt x="898302" y="1697537"/>
                </a:lnTo>
                <a:cubicBezTo>
                  <a:pt x="853410" y="1697537"/>
                  <a:pt x="810344" y="1679732"/>
                  <a:pt x="778691" y="1647927"/>
                </a:cubicBezTo>
                <a:lnTo>
                  <a:pt x="49610" y="918846"/>
                </a:lnTo>
                <a:cubicBezTo>
                  <a:pt x="17957" y="887193"/>
                  <a:pt x="0" y="844127"/>
                  <a:pt x="0" y="799235"/>
                </a:cubicBezTo>
                <a:lnTo>
                  <a:pt x="0" y="169221"/>
                </a:lnTo>
                <a:cubicBezTo>
                  <a:pt x="0" y="75784"/>
                  <a:pt x="75784" y="0"/>
                  <a:pt x="169221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bg>
      <p:bgPr>
        <a:solidFill>
          <a:srgbClr val="102A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72D75D6E-7173-5253-7B66-FDE90CE51EB0}"/>
              </a:ext>
            </a:extLst>
          </p:cNvPr>
          <p:cNvSpPr/>
          <p:nvPr/>
        </p:nvSpPr>
        <p:spPr>
          <a:xfrm>
            <a:off x="9962643" y="4526518"/>
            <a:ext cx="1697688" cy="1697688"/>
          </a:xfrm>
          <a:custGeom>
            <a:avLst/>
            <a:gdLst>
              <a:gd name="csX0" fmla="*/ 1528468 w 1697688"/>
              <a:gd name="csY0" fmla="*/ 0 h 1697688"/>
              <a:gd name="csX1" fmla="*/ 898454 w 1697688"/>
              <a:gd name="csY1" fmla="*/ 0 h 1697688"/>
              <a:gd name="csX2" fmla="*/ 778843 w 1697688"/>
              <a:gd name="csY2" fmla="*/ 49610 h 1697688"/>
              <a:gd name="csX3" fmla="*/ 49610 w 1697688"/>
              <a:gd name="csY3" fmla="*/ 778843 h 1697688"/>
              <a:gd name="csX4" fmla="*/ 0 w 1697688"/>
              <a:gd name="csY4" fmla="*/ 898454 h 1697688"/>
              <a:gd name="csX5" fmla="*/ 0 w 1697688"/>
              <a:gd name="csY5" fmla="*/ 1528468 h 1697688"/>
              <a:gd name="csX6" fmla="*/ 169221 w 1697688"/>
              <a:gd name="csY6" fmla="*/ 1697689 h 1697688"/>
              <a:gd name="csX7" fmla="*/ 799235 w 1697688"/>
              <a:gd name="csY7" fmla="*/ 1697689 h 1697688"/>
              <a:gd name="csX8" fmla="*/ 918846 w 1697688"/>
              <a:gd name="csY8" fmla="*/ 1648079 h 1697688"/>
              <a:gd name="csX9" fmla="*/ 1648079 w 1697688"/>
              <a:gd name="csY9" fmla="*/ 918846 h 1697688"/>
              <a:gd name="csX10" fmla="*/ 1697689 w 1697688"/>
              <a:gd name="csY10" fmla="*/ 799235 h 1697688"/>
              <a:gd name="csX11" fmla="*/ 1697689 w 1697688"/>
              <a:gd name="csY11" fmla="*/ 169221 h 1697688"/>
              <a:gd name="csX12" fmla="*/ 1528468 w 1697688"/>
              <a:gd name="csY12" fmla="*/ 0 h 16976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97688" h="1697688">
                <a:moveTo>
                  <a:pt x="1528468" y="0"/>
                </a:moveTo>
                <a:lnTo>
                  <a:pt x="898454" y="0"/>
                </a:lnTo>
                <a:cubicBezTo>
                  <a:pt x="853562" y="0"/>
                  <a:pt x="810496" y="17805"/>
                  <a:pt x="778843" y="49610"/>
                </a:cubicBezTo>
                <a:lnTo>
                  <a:pt x="49610" y="778843"/>
                </a:lnTo>
                <a:cubicBezTo>
                  <a:pt x="17957" y="810496"/>
                  <a:pt x="0" y="853562"/>
                  <a:pt x="0" y="898454"/>
                </a:cubicBezTo>
                <a:lnTo>
                  <a:pt x="0" y="1528468"/>
                </a:lnTo>
                <a:cubicBezTo>
                  <a:pt x="0" y="1621905"/>
                  <a:pt x="75784" y="1697689"/>
                  <a:pt x="169221" y="1697689"/>
                </a:cubicBezTo>
                <a:lnTo>
                  <a:pt x="799235" y="1697689"/>
                </a:lnTo>
                <a:cubicBezTo>
                  <a:pt x="844127" y="1697689"/>
                  <a:pt x="887193" y="1679884"/>
                  <a:pt x="918846" y="1648079"/>
                </a:cubicBezTo>
                <a:lnTo>
                  <a:pt x="1648079" y="918846"/>
                </a:lnTo>
                <a:cubicBezTo>
                  <a:pt x="1679732" y="887193"/>
                  <a:pt x="1697689" y="844127"/>
                  <a:pt x="1697689" y="799235"/>
                </a:cubicBezTo>
                <a:lnTo>
                  <a:pt x="1697689" y="169221"/>
                </a:lnTo>
                <a:cubicBezTo>
                  <a:pt x="1697689" y="75784"/>
                  <a:pt x="1621905" y="0"/>
                  <a:pt x="1528468" y="0"/>
                </a:cubicBezTo>
                <a:close/>
              </a:path>
            </a:pathLst>
          </a:custGeom>
          <a:solidFill>
            <a:srgbClr val="AA0000"/>
          </a:solidFill>
          <a:ln w="15207" cap="flat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04F546C3-7C51-605A-B1E4-7862CEA563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4041" y="838200"/>
            <a:ext cx="1697689" cy="1697537"/>
          </a:xfrm>
          <a:custGeom>
            <a:avLst/>
            <a:gdLst>
              <a:gd name="csX0" fmla="*/ 898302 w 1697689"/>
              <a:gd name="csY0" fmla="*/ 0 h 1697537"/>
              <a:gd name="csX1" fmla="*/ 1528316 w 1697689"/>
              <a:gd name="csY1" fmla="*/ 0 h 1697537"/>
              <a:gd name="csX2" fmla="*/ 1528468 w 1697689"/>
              <a:gd name="csY2" fmla="*/ 0 h 1697537"/>
              <a:gd name="csX3" fmla="*/ 1697689 w 1697689"/>
              <a:gd name="csY3" fmla="*/ 169221 h 1697537"/>
              <a:gd name="csX4" fmla="*/ 1697689 w 1697689"/>
              <a:gd name="csY4" fmla="*/ 799083 h 1697537"/>
              <a:gd name="csX5" fmla="*/ 1648079 w 1697689"/>
              <a:gd name="csY5" fmla="*/ 918694 h 1697537"/>
              <a:gd name="csX6" fmla="*/ 918846 w 1697689"/>
              <a:gd name="csY6" fmla="*/ 1647927 h 1697537"/>
              <a:gd name="csX7" fmla="*/ 799235 w 1697689"/>
              <a:gd name="csY7" fmla="*/ 1697537 h 1697537"/>
              <a:gd name="csX8" fmla="*/ 169221 w 1697689"/>
              <a:gd name="csY8" fmla="*/ 1697537 h 1697537"/>
              <a:gd name="csX9" fmla="*/ 0 w 1697689"/>
              <a:gd name="csY9" fmla="*/ 1528316 h 1697537"/>
              <a:gd name="csX10" fmla="*/ 0 w 1697689"/>
              <a:gd name="csY10" fmla="*/ 898302 h 1697537"/>
              <a:gd name="csX11" fmla="*/ 49610 w 1697689"/>
              <a:gd name="csY11" fmla="*/ 778691 h 1697537"/>
              <a:gd name="csX12" fmla="*/ 778691 w 1697689"/>
              <a:gd name="csY12" fmla="*/ 49610 h 1697537"/>
              <a:gd name="csX13" fmla="*/ 898302 w 1697689"/>
              <a:gd name="csY13" fmla="*/ 0 h 1697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537">
                <a:moveTo>
                  <a:pt x="898302" y="0"/>
                </a:moveTo>
                <a:lnTo>
                  <a:pt x="1528316" y="0"/>
                </a:lnTo>
                <a:lnTo>
                  <a:pt x="1528468" y="0"/>
                </a:lnTo>
                <a:cubicBezTo>
                  <a:pt x="1621905" y="0"/>
                  <a:pt x="1697689" y="75784"/>
                  <a:pt x="1697689" y="169221"/>
                </a:cubicBezTo>
                <a:lnTo>
                  <a:pt x="1697689" y="799083"/>
                </a:lnTo>
                <a:cubicBezTo>
                  <a:pt x="1697689" y="843975"/>
                  <a:pt x="1679732" y="887041"/>
                  <a:pt x="1648079" y="918694"/>
                </a:cubicBezTo>
                <a:lnTo>
                  <a:pt x="918846" y="1647927"/>
                </a:lnTo>
                <a:cubicBezTo>
                  <a:pt x="887193" y="1679732"/>
                  <a:pt x="844127" y="1697537"/>
                  <a:pt x="799235" y="1697537"/>
                </a:cubicBezTo>
                <a:lnTo>
                  <a:pt x="169221" y="1697537"/>
                </a:lnTo>
                <a:cubicBezTo>
                  <a:pt x="75784" y="1697537"/>
                  <a:pt x="0" y="1621753"/>
                  <a:pt x="0" y="1528316"/>
                </a:cubicBezTo>
                <a:lnTo>
                  <a:pt x="0" y="898302"/>
                </a:lnTo>
                <a:cubicBezTo>
                  <a:pt x="0" y="853410"/>
                  <a:pt x="17957" y="810344"/>
                  <a:pt x="49610" y="778691"/>
                </a:cubicBezTo>
                <a:lnTo>
                  <a:pt x="778691" y="49610"/>
                </a:lnTo>
                <a:cubicBezTo>
                  <a:pt x="810344" y="17805"/>
                  <a:pt x="853410" y="0"/>
                  <a:pt x="898302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26" name="Marcador de posición de imagen 25">
            <a:extLst>
              <a:ext uri="{FF2B5EF4-FFF2-40B4-BE49-F238E27FC236}">
                <a16:creationId xmlns:a16="http://schemas.microsoft.com/office/drawing/2014/main" id="{33460A44-0868-1D72-C28D-77808F9A2A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92361" y="838200"/>
            <a:ext cx="1697689" cy="1697537"/>
          </a:xfrm>
          <a:custGeom>
            <a:avLst/>
            <a:gdLst>
              <a:gd name="csX0" fmla="*/ 898302 w 1697689"/>
              <a:gd name="csY0" fmla="*/ 0 h 1697537"/>
              <a:gd name="csX1" fmla="*/ 1528316 w 1697689"/>
              <a:gd name="csY1" fmla="*/ 0 h 1697537"/>
              <a:gd name="csX2" fmla="*/ 1528468 w 1697689"/>
              <a:gd name="csY2" fmla="*/ 0 h 1697537"/>
              <a:gd name="csX3" fmla="*/ 1697689 w 1697689"/>
              <a:gd name="csY3" fmla="*/ 169221 h 1697537"/>
              <a:gd name="csX4" fmla="*/ 1697689 w 1697689"/>
              <a:gd name="csY4" fmla="*/ 799083 h 1697537"/>
              <a:gd name="csX5" fmla="*/ 1648079 w 1697689"/>
              <a:gd name="csY5" fmla="*/ 918694 h 1697537"/>
              <a:gd name="csX6" fmla="*/ 918846 w 1697689"/>
              <a:gd name="csY6" fmla="*/ 1647927 h 1697537"/>
              <a:gd name="csX7" fmla="*/ 799235 w 1697689"/>
              <a:gd name="csY7" fmla="*/ 1697537 h 1697537"/>
              <a:gd name="csX8" fmla="*/ 169221 w 1697689"/>
              <a:gd name="csY8" fmla="*/ 1697537 h 1697537"/>
              <a:gd name="csX9" fmla="*/ 0 w 1697689"/>
              <a:gd name="csY9" fmla="*/ 1528316 h 1697537"/>
              <a:gd name="csX10" fmla="*/ 0 w 1697689"/>
              <a:gd name="csY10" fmla="*/ 898302 h 1697537"/>
              <a:gd name="csX11" fmla="*/ 49610 w 1697689"/>
              <a:gd name="csY11" fmla="*/ 778691 h 1697537"/>
              <a:gd name="csX12" fmla="*/ 778691 w 1697689"/>
              <a:gd name="csY12" fmla="*/ 49610 h 1697537"/>
              <a:gd name="csX13" fmla="*/ 898302 w 1697689"/>
              <a:gd name="csY13" fmla="*/ 0 h 1697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537">
                <a:moveTo>
                  <a:pt x="898302" y="0"/>
                </a:moveTo>
                <a:lnTo>
                  <a:pt x="1528316" y="0"/>
                </a:lnTo>
                <a:lnTo>
                  <a:pt x="1528468" y="0"/>
                </a:lnTo>
                <a:cubicBezTo>
                  <a:pt x="1621905" y="0"/>
                  <a:pt x="1697689" y="75784"/>
                  <a:pt x="1697689" y="169221"/>
                </a:cubicBezTo>
                <a:lnTo>
                  <a:pt x="1697689" y="799083"/>
                </a:lnTo>
                <a:cubicBezTo>
                  <a:pt x="1697689" y="843975"/>
                  <a:pt x="1679732" y="887041"/>
                  <a:pt x="1648079" y="918694"/>
                </a:cubicBezTo>
                <a:lnTo>
                  <a:pt x="918846" y="1647927"/>
                </a:lnTo>
                <a:cubicBezTo>
                  <a:pt x="887193" y="1679732"/>
                  <a:pt x="844127" y="1697537"/>
                  <a:pt x="799235" y="1697537"/>
                </a:cubicBezTo>
                <a:lnTo>
                  <a:pt x="169221" y="1697537"/>
                </a:lnTo>
                <a:cubicBezTo>
                  <a:pt x="75784" y="1697537"/>
                  <a:pt x="0" y="1621753"/>
                  <a:pt x="0" y="1528316"/>
                </a:cubicBezTo>
                <a:lnTo>
                  <a:pt x="0" y="898302"/>
                </a:lnTo>
                <a:cubicBezTo>
                  <a:pt x="0" y="853410"/>
                  <a:pt x="17957" y="810344"/>
                  <a:pt x="49610" y="778691"/>
                </a:cubicBezTo>
                <a:lnTo>
                  <a:pt x="778691" y="49610"/>
                </a:lnTo>
                <a:cubicBezTo>
                  <a:pt x="810344" y="17805"/>
                  <a:pt x="853410" y="0"/>
                  <a:pt x="898302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E5C722F1-09C4-CB8C-9563-9427A43431E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94041" y="4556760"/>
            <a:ext cx="1697689" cy="1697537"/>
          </a:xfrm>
          <a:custGeom>
            <a:avLst/>
            <a:gdLst>
              <a:gd name="csX0" fmla="*/ 898302 w 1697689"/>
              <a:gd name="csY0" fmla="*/ 0 h 1697537"/>
              <a:gd name="csX1" fmla="*/ 1528316 w 1697689"/>
              <a:gd name="csY1" fmla="*/ 0 h 1697537"/>
              <a:gd name="csX2" fmla="*/ 1528468 w 1697689"/>
              <a:gd name="csY2" fmla="*/ 0 h 1697537"/>
              <a:gd name="csX3" fmla="*/ 1697689 w 1697689"/>
              <a:gd name="csY3" fmla="*/ 169221 h 1697537"/>
              <a:gd name="csX4" fmla="*/ 1697689 w 1697689"/>
              <a:gd name="csY4" fmla="*/ 799083 h 1697537"/>
              <a:gd name="csX5" fmla="*/ 1648079 w 1697689"/>
              <a:gd name="csY5" fmla="*/ 918694 h 1697537"/>
              <a:gd name="csX6" fmla="*/ 918846 w 1697689"/>
              <a:gd name="csY6" fmla="*/ 1647927 h 1697537"/>
              <a:gd name="csX7" fmla="*/ 799235 w 1697689"/>
              <a:gd name="csY7" fmla="*/ 1697537 h 1697537"/>
              <a:gd name="csX8" fmla="*/ 169221 w 1697689"/>
              <a:gd name="csY8" fmla="*/ 1697537 h 1697537"/>
              <a:gd name="csX9" fmla="*/ 0 w 1697689"/>
              <a:gd name="csY9" fmla="*/ 1528316 h 1697537"/>
              <a:gd name="csX10" fmla="*/ 0 w 1697689"/>
              <a:gd name="csY10" fmla="*/ 898302 h 1697537"/>
              <a:gd name="csX11" fmla="*/ 49610 w 1697689"/>
              <a:gd name="csY11" fmla="*/ 778691 h 1697537"/>
              <a:gd name="csX12" fmla="*/ 778691 w 1697689"/>
              <a:gd name="csY12" fmla="*/ 49610 h 1697537"/>
              <a:gd name="csX13" fmla="*/ 898302 w 1697689"/>
              <a:gd name="csY13" fmla="*/ 0 h 1697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537">
                <a:moveTo>
                  <a:pt x="898302" y="0"/>
                </a:moveTo>
                <a:lnTo>
                  <a:pt x="1528316" y="0"/>
                </a:lnTo>
                <a:lnTo>
                  <a:pt x="1528468" y="0"/>
                </a:lnTo>
                <a:cubicBezTo>
                  <a:pt x="1621905" y="0"/>
                  <a:pt x="1697689" y="75784"/>
                  <a:pt x="1697689" y="169221"/>
                </a:cubicBezTo>
                <a:lnTo>
                  <a:pt x="1697689" y="799083"/>
                </a:lnTo>
                <a:cubicBezTo>
                  <a:pt x="1697689" y="843975"/>
                  <a:pt x="1679732" y="887041"/>
                  <a:pt x="1648079" y="918694"/>
                </a:cubicBezTo>
                <a:lnTo>
                  <a:pt x="918846" y="1647927"/>
                </a:lnTo>
                <a:cubicBezTo>
                  <a:pt x="887193" y="1679732"/>
                  <a:pt x="844127" y="1697537"/>
                  <a:pt x="799235" y="1697537"/>
                </a:cubicBezTo>
                <a:lnTo>
                  <a:pt x="169221" y="1697537"/>
                </a:lnTo>
                <a:cubicBezTo>
                  <a:pt x="75784" y="1697537"/>
                  <a:pt x="0" y="1621753"/>
                  <a:pt x="0" y="1528316"/>
                </a:cubicBezTo>
                <a:lnTo>
                  <a:pt x="0" y="898302"/>
                </a:lnTo>
                <a:cubicBezTo>
                  <a:pt x="0" y="853410"/>
                  <a:pt x="17957" y="810344"/>
                  <a:pt x="49610" y="778691"/>
                </a:cubicBezTo>
                <a:lnTo>
                  <a:pt x="778691" y="49610"/>
                </a:lnTo>
                <a:cubicBezTo>
                  <a:pt x="810344" y="17805"/>
                  <a:pt x="853410" y="0"/>
                  <a:pt x="898302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30" name="Marcador de posición de imagen 29">
            <a:extLst>
              <a:ext uri="{FF2B5EF4-FFF2-40B4-BE49-F238E27FC236}">
                <a16:creationId xmlns:a16="http://schemas.microsoft.com/office/drawing/2014/main" id="{FB19BA89-3C55-1410-C78F-CBA38F8C99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94041" y="2682283"/>
            <a:ext cx="1697689" cy="1697689"/>
          </a:xfrm>
          <a:custGeom>
            <a:avLst/>
            <a:gdLst>
              <a:gd name="csX0" fmla="*/ 169221 w 1697689"/>
              <a:gd name="csY0" fmla="*/ 0 h 1697689"/>
              <a:gd name="csX1" fmla="*/ 799235 w 1697689"/>
              <a:gd name="csY1" fmla="*/ 0 h 1697689"/>
              <a:gd name="csX2" fmla="*/ 918846 w 1697689"/>
              <a:gd name="csY2" fmla="*/ 49610 h 1697689"/>
              <a:gd name="csX3" fmla="*/ 1648079 w 1697689"/>
              <a:gd name="csY3" fmla="*/ 778843 h 1697689"/>
              <a:gd name="csX4" fmla="*/ 1697689 w 1697689"/>
              <a:gd name="csY4" fmla="*/ 898454 h 1697689"/>
              <a:gd name="csX5" fmla="*/ 1697689 w 1697689"/>
              <a:gd name="csY5" fmla="*/ 1528468 h 1697689"/>
              <a:gd name="csX6" fmla="*/ 1528468 w 1697689"/>
              <a:gd name="csY6" fmla="*/ 1697689 h 1697689"/>
              <a:gd name="csX7" fmla="*/ 1528316 w 1697689"/>
              <a:gd name="csY7" fmla="*/ 1697537 h 1697689"/>
              <a:gd name="csX8" fmla="*/ 898302 w 1697689"/>
              <a:gd name="csY8" fmla="*/ 1697537 h 1697689"/>
              <a:gd name="csX9" fmla="*/ 778691 w 1697689"/>
              <a:gd name="csY9" fmla="*/ 1647927 h 1697689"/>
              <a:gd name="csX10" fmla="*/ 49610 w 1697689"/>
              <a:gd name="csY10" fmla="*/ 918846 h 1697689"/>
              <a:gd name="csX11" fmla="*/ 0 w 1697689"/>
              <a:gd name="csY11" fmla="*/ 799235 h 1697689"/>
              <a:gd name="csX12" fmla="*/ 0 w 1697689"/>
              <a:gd name="csY12" fmla="*/ 169221 h 1697689"/>
              <a:gd name="csX13" fmla="*/ 169221 w 1697689"/>
              <a:gd name="csY13" fmla="*/ 0 h 1697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689">
                <a:moveTo>
                  <a:pt x="169221" y="0"/>
                </a:moveTo>
                <a:lnTo>
                  <a:pt x="799235" y="0"/>
                </a:lnTo>
                <a:cubicBezTo>
                  <a:pt x="844127" y="0"/>
                  <a:pt x="887193" y="17805"/>
                  <a:pt x="918846" y="49610"/>
                </a:cubicBezTo>
                <a:lnTo>
                  <a:pt x="1648079" y="778843"/>
                </a:lnTo>
                <a:cubicBezTo>
                  <a:pt x="1679732" y="810496"/>
                  <a:pt x="1697689" y="853562"/>
                  <a:pt x="1697689" y="898454"/>
                </a:cubicBezTo>
                <a:lnTo>
                  <a:pt x="1697689" y="1528468"/>
                </a:lnTo>
                <a:cubicBezTo>
                  <a:pt x="1697689" y="1621905"/>
                  <a:pt x="1621905" y="1697689"/>
                  <a:pt x="1528468" y="1697689"/>
                </a:cubicBezTo>
                <a:lnTo>
                  <a:pt x="1528316" y="1697537"/>
                </a:lnTo>
                <a:lnTo>
                  <a:pt x="898302" y="1697537"/>
                </a:lnTo>
                <a:cubicBezTo>
                  <a:pt x="853410" y="1697537"/>
                  <a:pt x="810344" y="1679732"/>
                  <a:pt x="778691" y="1647927"/>
                </a:cubicBezTo>
                <a:lnTo>
                  <a:pt x="49610" y="918846"/>
                </a:lnTo>
                <a:cubicBezTo>
                  <a:pt x="17957" y="887193"/>
                  <a:pt x="0" y="844127"/>
                  <a:pt x="0" y="799235"/>
                </a:cubicBezTo>
                <a:lnTo>
                  <a:pt x="0" y="169221"/>
                </a:lnTo>
                <a:cubicBezTo>
                  <a:pt x="0" y="75784"/>
                  <a:pt x="75784" y="0"/>
                  <a:pt x="169221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31" name="Marcador de posición de imagen 30">
            <a:extLst>
              <a:ext uri="{FF2B5EF4-FFF2-40B4-BE49-F238E27FC236}">
                <a16:creationId xmlns:a16="http://schemas.microsoft.com/office/drawing/2014/main" id="{02AAF071-A327-635A-FA2C-1135048C67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22841" y="2682283"/>
            <a:ext cx="1697689" cy="1697689"/>
          </a:xfrm>
          <a:custGeom>
            <a:avLst/>
            <a:gdLst>
              <a:gd name="csX0" fmla="*/ 169221 w 1697689"/>
              <a:gd name="csY0" fmla="*/ 0 h 1697689"/>
              <a:gd name="csX1" fmla="*/ 799235 w 1697689"/>
              <a:gd name="csY1" fmla="*/ 0 h 1697689"/>
              <a:gd name="csX2" fmla="*/ 918846 w 1697689"/>
              <a:gd name="csY2" fmla="*/ 49610 h 1697689"/>
              <a:gd name="csX3" fmla="*/ 1648079 w 1697689"/>
              <a:gd name="csY3" fmla="*/ 778843 h 1697689"/>
              <a:gd name="csX4" fmla="*/ 1697689 w 1697689"/>
              <a:gd name="csY4" fmla="*/ 898454 h 1697689"/>
              <a:gd name="csX5" fmla="*/ 1697689 w 1697689"/>
              <a:gd name="csY5" fmla="*/ 1528468 h 1697689"/>
              <a:gd name="csX6" fmla="*/ 1528468 w 1697689"/>
              <a:gd name="csY6" fmla="*/ 1697689 h 1697689"/>
              <a:gd name="csX7" fmla="*/ 1528316 w 1697689"/>
              <a:gd name="csY7" fmla="*/ 1697537 h 1697689"/>
              <a:gd name="csX8" fmla="*/ 898302 w 1697689"/>
              <a:gd name="csY8" fmla="*/ 1697537 h 1697689"/>
              <a:gd name="csX9" fmla="*/ 778691 w 1697689"/>
              <a:gd name="csY9" fmla="*/ 1647927 h 1697689"/>
              <a:gd name="csX10" fmla="*/ 49610 w 1697689"/>
              <a:gd name="csY10" fmla="*/ 918846 h 1697689"/>
              <a:gd name="csX11" fmla="*/ 0 w 1697689"/>
              <a:gd name="csY11" fmla="*/ 799235 h 1697689"/>
              <a:gd name="csX12" fmla="*/ 0 w 1697689"/>
              <a:gd name="csY12" fmla="*/ 169221 h 1697689"/>
              <a:gd name="csX13" fmla="*/ 169221 w 1697689"/>
              <a:gd name="csY13" fmla="*/ 0 h 1697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689">
                <a:moveTo>
                  <a:pt x="169221" y="0"/>
                </a:moveTo>
                <a:lnTo>
                  <a:pt x="799235" y="0"/>
                </a:lnTo>
                <a:cubicBezTo>
                  <a:pt x="844127" y="0"/>
                  <a:pt x="887193" y="17805"/>
                  <a:pt x="918846" y="49610"/>
                </a:cubicBezTo>
                <a:lnTo>
                  <a:pt x="1648079" y="778843"/>
                </a:lnTo>
                <a:cubicBezTo>
                  <a:pt x="1679732" y="810496"/>
                  <a:pt x="1697689" y="853562"/>
                  <a:pt x="1697689" y="898454"/>
                </a:cubicBezTo>
                <a:lnTo>
                  <a:pt x="1697689" y="1528468"/>
                </a:lnTo>
                <a:cubicBezTo>
                  <a:pt x="1697689" y="1621905"/>
                  <a:pt x="1621905" y="1697689"/>
                  <a:pt x="1528468" y="1697689"/>
                </a:cubicBezTo>
                <a:lnTo>
                  <a:pt x="1528316" y="1697537"/>
                </a:lnTo>
                <a:lnTo>
                  <a:pt x="898302" y="1697537"/>
                </a:lnTo>
                <a:cubicBezTo>
                  <a:pt x="853410" y="1697537"/>
                  <a:pt x="810344" y="1679732"/>
                  <a:pt x="778691" y="1647927"/>
                </a:cubicBezTo>
                <a:lnTo>
                  <a:pt x="49610" y="918846"/>
                </a:lnTo>
                <a:cubicBezTo>
                  <a:pt x="17957" y="887193"/>
                  <a:pt x="0" y="844127"/>
                  <a:pt x="0" y="799235"/>
                </a:cubicBezTo>
                <a:lnTo>
                  <a:pt x="0" y="169221"/>
                </a:lnTo>
                <a:cubicBezTo>
                  <a:pt x="0" y="75784"/>
                  <a:pt x="75784" y="0"/>
                  <a:pt x="169221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EF40A6D-4F9B-9AE6-4382-7BA4EAA871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301241"/>
            <a:ext cx="1264863" cy="91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509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bg>
      <p:bgPr>
        <a:solidFill>
          <a:srgbClr val="17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72D75D6E-7173-5253-7B66-FDE90CE51EB0}"/>
              </a:ext>
            </a:extLst>
          </p:cNvPr>
          <p:cNvSpPr/>
          <p:nvPr/>
        </p:nvSpPr>
        <p:spPr>
          <a:xfrm>
            <a:off x="9962643" y="4526518"/>
            <a:ext cx="1697688" cy="1697688"/>
          </a:xfrm>
          <a:custGeom>
            <a:avLst/>
            <a:gdLst>
              <a:gd name="csX0" fmla="*/ 1528468 w 1697688"/>
              <a:gd name="csY0" fmla="*/ 0 h 1697688"/>
              <a:gd name="csX1" fmla="*/ 898454 w 1697688"/>
              <a:gd name="csY1" fmla="*/ 0 h 1697688"/>
              <a:gd name="csX2" fmla="*/ 778843 w 1697688"/>
              <a:gd name="csY2" fmla="*/ 49610 h 1697688"/>
              <a:gd name="csX3" fmla="*/ 49610 w 1697688"/>
              <a:gd name="csY3" fmla="*/ 778843 h 1697688"/>
              <a:gd name="csX4" fmla="*/ 0 w 1697688"/>
              <a:gd name="csY4" fmla="*/ 898454 h 1697688"/>
              <a:gd name="csX5" fmla="*/ 0 w 1697688"/>
              <a:gd name="csY5" fmla="*/ 1528468 h 1697688"/>
              <a:gd name="csX6" fmla="*/ 169221 w 1697688"/>
              <a:gd name="csY6" fmla="*/ 1697689 h 1697688"/>
              <a:gd name="csX7" fmla="*/ 799235 w 1697688"/>
              <a:gd name="csY7" fmla="*/ 1697689 h 1697688"/>
              <a:gd name="csX8" fmla="*/ 918846 w 1697688"/>
              <a:gd name="csY8" fmla="*/ 1648079 h 1697688"/>
              <a:gd name="csX9" fmla="*/ 1648079 w 1697688"/>
              <a:gd name="csY9" fmla="*/ 918846 h 1697688"/>
              <a:gd name="csX10" fmla="*/ 1697689 w 1697688"/>
              <a:gd name="csY10" fmla="*/ 799235 h 1697688"/>
              <a:gd name="csX11" fmla="*/ 1697689 w 1697688"/>
              <a:gd name="csY11" fmla="*/ 169221 h 1697688"/>
              <a:gd name="csX12" fmla="*/ 1528468 w 1697688"/>
              <a:gd name="csY12" fmla="*/ 0 h 16976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97688" h="1697688">
                <a:moveTo>
                  <a:pt x="1528468" y="0"/>
                </a:moveTo>
                <a:lnTo>
                  <a:pt x="898454" y="0"/>
                </a:lnTo>
                <a:cubicBezTo>
                  <a:pt x="853562" y="0"/>
                  <a:pt x="810496" y="17805"/>
                  <a:pt x="778843" y="49610"/>
                </a:cubicBezTo>
                <a:lnTo>
                  <a:pt x="49610" y="778843"/>
                </a:lnTo>
                <a:cubicBezTo>
                  <a:pt x="17957" y="810496"/>
                  <a:pt x="0" y="853562"/>
                  <a:pt x="0" y="898454"/>
                </a:cubicBezTo>
                <a:lnTo>
                  <a:pt x="0" y="1528468"/>
                </a:lnTo>
                <a:cubicBezTo>
                  <a:pt x="0" y="1621905"/>
                  <a:pt x="75784" y="1697689"/>
                  <a:pt x="169221" y="1697689"/>
                </a:cubicBezTo>
                <a:lnTo>
                  <a:pt x="799235" y="1697689"/>
                </a:lnTo>
                <a:cubicBezTo>
                  <a:pt x="844127" y="1697689"/>
                  <a:pt x="887193" y="1679884"/>
                  <a:pt x="918846" y="1648079"/>
                </a:cubicBezTo>
                <a:lnTo>
                  <a:pt x="1648079" y="918846"/>
                </a:lnTo>
                <a:cubicBezTo>
                  <a:pt x="1679732" y="887193"/>
                  <a:pt x="1697689" y="844127"/>
                  <a:pt x="1697689" y="799235"/>
                </a:cubicBezTo>
                <a:lnTo>
                  <a:pt x="1697689" y="169221"/>
                </a:lnTo>
                <a:cubicBezTo>
                  <a:pt x="1697689" y="75784"/>
                  <a:pt x="1621905" y="0"/>
                  <a:pt x="1528468" y="0"/>
                </a:cubicBezTo>
                <a:close/>
              </a:path>
            </a:pathLst>
          </a:custGeom>
          <a:solidFill>
            <a:srgbClr val="AA0000"/>
          </a:solidFill>
          <a:ln w="15207" cap="flat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04F546C3-7C51-605A-B1E4-7862CEA563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4041" y="838200"/>
            <a:ext cx="1697689" cy="1697537"/>
          </a:xfrm>
          <a:custGeom>
            <a:avLst/>
            <a:gdLst>
              <a:gd name="csX0" fmla="*/ 898302 w 1697689"/>
              <a:gd name="csY0" fmla="*/ 0 h 1697537"/>
              <a:gd name="csX1" fmla="*/ 1528316 w 1697689"/>
              <a:gd name="csY1" fmla="*/ 0 h 1697537"/>
              <a:gd name="csX2" fmla="*/ 1528468 w 1697689"/>
              <a:gd name="csY2" fmla="*/ 0 h 1697537"/>
              <a:gd name="csX3" fmla="*/ 1697689 w 1697689"/>
              <a:gd name="csY3" fmla="*/ 169221 h 1697537"/>
              <a:gd name="csX4" fmla="*/ 1697689 w 1697689"/>
              <a:gd name="csY4" fmla="*/ 799083 h 1697537"/>
              <a:gd name="csX5" fmla="*/ 1648079 w 1697689"/>
              <a:gd name="csY5" fmla="*/ 918694 h 1697537"/>
              <a:gd name="csX6" fmla="*/ 918846 w 1697689"/>
              <a:gd name="csY6" fmla="*/ 1647927 h 1697537"/>
              <a:gd name="csX7" fmla="*/ 799235 w 1697689"/>
              <a:gd name="csY7" fmla="*/ 1697537 h 1697537"/>
              <a:gd name="csX8" fmla="*/ 169221 w 1697689"/>
              <a:gd name="csY8" fmla="*/ 1697537 h 1697537"/>
              <a:gd name="csX9" fmla="*/ 0 w 1697689"/>
              <a:gd name="csY9" fmla="*/ 1528316 h 1697537"/>
              <a:gd name="csX10" fmla="*/ 0 w 1697689"/>
              <a:gd name="csY10" fmla="*/ 898302 h 1697537"/>
              <a:gd name="csX11" fmla="*/ 49610 w 1697689"/>
              <a:gd name="csY11" fmla="*/ 778691 h 1697537"/>
              <a:gd name="csX12" fmla="*/ 778691 w 1697689"/>
              <a:gd name="csY12" fmla="*/ 49610 h 1697537"/>
              <a:gd name="csX13" fmla="*/ 898302 w 1697689"/>
              <a:gd name="csY13" fmla="*/ 0 h 1697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537">
                <a:moveTo>
                  <a:pt x="898302" y="0"/>
                </a:moveTo>
                <a:lnTo>
                  <a:pt x="1528316" y="0"/>
                </a:lnTo>
                <a:lnTo>
                  <a:pt x="1528468" y="0"/>
                </a:lnTo>
                <a:cubicBezTo>
                  <a:pt x="1621905" y="0"/>
                  <a:pt x="1697689" y="75784"/>
                  <a:pt x="1697689" y="169221"/>
                </a:cubicBezTo>
                <a:lnTo>
                  <a:pt x="1697689" y="799083"/>
                </a:lnTo>
                <a:cubicBezTo>
                  <a:pt x="1697689" y="843975"/>
                  <a:pt x="1679732" y="887041"/>
                  <a:pt x="1648079" y="918694"/>
                </a:cubicBezTo>
                <a:lnTo>
                  <a:pt x="918846" y="1647927"/>
                </a:lnTo>
                <a:cubicBezTo>
                  <a:pt x="887193" y="1679732"/>
                  <a:pt x="844127" y="1697537"/>
                  <a:pt x="799235" y="1697537"/>
                </a:cubicBezTo>
                <a:lnTo>
                  <a:pt x="169221" y="1697537"/>
                </a:lnTo>
                <a:cubicBezTo>
                  <a:pt x="75784" y="1697537"/>
                  <a:pt x="0" y="1621753"/>
                  <a:pt x="0" y="1528316"/>
                </a:cubicBezTo>
                <a:lnTo>
                  <a:pt x="0" y="898302"/>
                </a:lnTo>
                <a:cubicBezTo>
                  <a:pt x="0" y="853410"/>
                  <a:pt x="17957" y="810344"/>
                  <a:pt x="49610" y="778691"/>
                </a:cubicBezTo>
                <a:lnTo>
                  <a:pt x="778691" y="49610"/>
                </a:lnTo>
                <a:cubicBezTo>
                  <a:pt x="810344" y="17805"/>
                  <a:pt x="853410" y="0"/>
                  <a:pt x="898302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26" name="Marcador de posición de imagen 25">
            <a:extLst>
              <a:ext uri="{FF2B5EF4-FFF2-40B4-BE49-F238E27FC236}">
                <a16:creationId xmlns:a16="http://schemas.microsoft.com/office/drawing/2014/main" id="{33460A44-0868-1D72-C28D-77808F9A2AE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92361" y="838200"/>
            <a:ext cx="1697689" cy="1697537"/>
          </a:xfrm>
          <a:custGeom>
            <a:avLst/>
            <a:gdLst>
              <a:gd name="csX0" fmla="*/ 898302 w 1697689"/>
              <a:gd name="csY0" fmla="*/ 0 h 1697537"/>
              <a:gd name="csX1" fmla="*/ 1528316 w 1697689"/>
              <a:gd name="csY1" fmla="*/ 0 h 1697537"/>
              <a:gd name="csX2" fmla="*/ 1528468 w 1697689"/>
              <a:gd name="csY2" fmla="*/ 0 h 1697537"/>
              <a:gd name="csX3" fmla="*/ 1697689 w 1697689"/>
              <a:gd name="csY3" fmla="*/ 169221 h 1697537"/>
              <a:gd name="csX4" fmla="*/ 1697689 w 1697689"/>
              <a:gd name="csY4" fmla="*/ 799083 h 1697537"/>
              <a:gd name="csX5" fmla="*/ 1648079 w 1697689"/>
              <a:gd name="csY5" fmla="*/ 918694 h 1697537"/>
              <a:gd name="csX6" fmla="*/ 918846 w 1697689"/>
              <a:gd name="csY6" fmla="*/ 1647927 h 1697537"/>
              <a:gd name="csX7" fmla="*/ 799235 w 1697689"/>
              <a:gd name="csY7" fmla="*/ 1697537 h 1697537"/>
              <a:gd name="csX8" fmla="*/ 169221 w 1697689"/>
              <a:gd name="csY8" fmla="*/ 1697537 h 1697537"/>
              <a:gd name="csX9" fmla="*/ 0 w 1697689"/>
              <a:gd name="csY9" fmla="*/ 1528316 h 1697537"/>
              <a:gd name="csX10" fmla="*/ 0 w 1697689"/>
              <a:gd name="csY10" fmla="*/ 898302 h 1697537"/>
              <a:gd name="csX11" fmla="*/ 49610 w 1697689"/>
              <a:gd name="csY11" fmla="*/ 778691 h 1697537"/>
              <a:gd name="csX12" fmla="*/ 778691 w 1697689"/>
              <a:gd name="csY12" fmla="*/ 49610 h 1697537"/>
              <a:gd name="csX13" fmla="*/ 898302 w 1697689"/>
              <a:gd name="csY13" fmla="*/ 0 h 1697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537">
                <a:moveTo>
                  <a:pt x="898302" y="0"/>
                </a:moveTo>
                <a:lnTo>
                  <a:pt x="1528316" y="0"/>
                </a:lnTo>
                <a:lnTo>
                  <a:pt x="1528468" y="0"/>
                </a:lnTo>
                <a:cubicBezTo>
                  <a:pt x="1621905" y="0"/>
                  <a:pt x="1697689" y="75784"/>
                  <a:pt x="1697689" y="169221"/>
                </a:cubicBezTo>
                <a:lnTo>
                  <a:pt x="1697689" y="799083"/>
                </a:lnTo>
                <a:cubicBezTo>
                  <a:pt x="1697689" y="843975"/>
                  <a:pt x="1679732" y="887041"/>
                  <a:pt x="1648079" y="918694"/>
                </a:cubicBezTo>
                <a:lnTo>
                  <a:pt x="918846" y="1647927"/>
                </a:lnTo>
                <a:cubicBezTo>
                  <a:pt x="887193" y="1679732"/>
                  <a:pt x="844127" y="1697537"/>
                  <a:pt x="799235" y="1697537"/>
                </a:cubicBezTo>
                <a:lnTo>
                  <a:pt x="169221" y="1697537"/>
                </a:lnTo>
                <a:cubicBezTo>
                  <a:pt x="75784" y="1697537"/>
                  <a:pt x="0" y="1621753"/>
                  <a:pt x="0" y="1528316"/>
                </a:cubicBezTo>
                <a:lnTo>
                  <a:pt x="0" y="898302"/>
                </a:lnTo>
                <a:cubicBezTo>
                  <a:pt x="0" y="853410"/>
                  <a:pt x="17957" y="810344"/>
                  <a:pt x="49610" y="778691"/>
                </a:cubicBezTo>
                <a:lnTo>
                  <a:pt x="778691" y="49610"/>
                </a:lnTo>
                <a:cubicBezTo>
                  <a:pt x="810344" y="17805"/>
                  <a:pt x="853410" y="0"/>
                  <a:pt x="898302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E5C722F1-09C4-CB8C-9563-9427A43431E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94041" y="4556760"/>
            <a:ext cx="1697689" cy="1697537"/>
          </a:xfrm>
          <a:custGeom>
            <a:avLst/>
            <a:gdLst>
              <a:gd name="csX0" fmla="*/ 898302 w 1697689"/>
              <a:gd name="csY0" fmla="*/ 0 h 1697537"/>
              <a:gd name="csX1" fmla="*/ 1528316 w 1697689"/>
              <a:gd name="csY1" fmla="*/ 0 h 1697537"/>
              <a:gd name="csX2" fmla="*/ 1528468 w 1697689"/>
              <a:gd name="csY2" fmla="*/ 0 h 1697537"/>
              <a:gd name="csX3" fmla="*/ 1697689 w 1697689"/>
              <a:gd name="csY3" fmla="*/ 169221 h 1697537"/>
              <a:gd name="csX4" fmla="*/ 1697689 w 1697689"/>
              <a:gd name="csY4" fmla="*/ 799083 h 1697537"/>
              <a:gd name="csX5" fmla="*/ 1648079 w 1697689"/>
              <a:gd name="csY5" fmla="*/ 918694 h 1697537"/>
              <a:gd name="csX6" fmla="*/ 918846 w 1697689"/>
              <a:gd name="csY6" fmla="*/ 1647927 h 1697537"/>
              <a:gd name="csX7" fmla="*/ 799235 w 1697689"/>
              <a:gd name="csY7" fmla="*/ 1697537 h 1697537"/>
              <a:gd name="csX8" fmla="*/ 169221 w 1697689"/>
              <a:gd name="csY8" fmla="*/ 1697537 h 1697537"/>
              <a:gd name="csX9" fmla="*/ 0 w 1697689"/>
              <a:gd name="csY9" fmla="*/ 1528316 h 1697537"/>
              <a:gd name="csX10" fmla="*/ 0 w 1697689"/>
              <a:gd name="csY10" fmla="*/ 898302 h 1697537"/>
              <a:gd name="csX11" fmla="*/ 49610 w 1697689"/>
              <a:gd name="csY11" fmla="*/ 778691 h 1697537"/>
              <a:gd name="csX12" fmla="*/ 778691 w 1697689"/>
              <a:gd name="csY12" fmla="*/ 49610 h 1697537"/>
              <a:gd name="csX13" fmla="*/ 898302 w 1697689"/>
              <a:gd name="csY13" fmla="*/ 0 h 16975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537">
                <a:moveTo>
                  <a:pt x="898302" y="0"/>
                </a:moveTo>
                <a:lnTo>
                  <a:pt x="1528316" y="0"/>
                </a:lnTo>
                <a:lnTo>
                  <a:pt x="1528468" y="0"/>
                </a:lnTo>
                <a:cubicBezTo>
                  <a:pt x="1621905" y="0"/>
                  <a:pt x="1697689" y="75784"/>
                  <a:pt x="1697689" y="169221"/>
                </a:cubicBezTo>
                <a:lnTo>
                  <a:pt x="1697689" y="799083"/>
                </a:lnTo>
                <a:cubicBezTo>
                  <a:pt x="1697689" y="843975"/>
                  <a:pt x="1679732" y="887041"/>
                  <a:pt x="1648079" y="918694"/>
                </a:cubicBezTo>
                <a:lnTo>
                  <a:pt x="918846" y="1647927"/>
                </a:lnTo>
                <a:cubicBezTo>
                  <a:pt x="887193" y="1679732"/>
                  <a:pt x="844127" y="1697537"/>
                  <a:pt x="799235" y="1697537"/>
                </a:cubicBezTo>
                <a:lnTo>
                  <a:pt x="169221" y="1697537"/>
                </a:lnTo>
                <a:cubicBezTo>
                  <a:pt x="75784" y="1697537"/>
                  <a:pt x="0" y="1621753"/>
                  <a:pt x="0" y="1528316"/>
                </a:cubicBezTo>
                <a:lnTo>
                  <a:pt x="0" y="898302"/>
                </a:lnTo>
                <a:cubicBezTo>
                  <a:pt x="0" y="853410"/>
                  <a:pt x="17957" y="810344"/>
                  <a:pt x="49610" y="778691"/>
                </a:cubicBezTo>
                <a:lnTo>
                  <a:pt x="778691" y="49610"/>
                </a:lnTo>
                <a:cubicBezTo>
                  <a:pt x="810344" y="17805"/>
                  <a:pt x="853410" y="0"/>
                  <a:pt x="898302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30" name="Marcador de posición de imagen 29">
            <a:extLst>
              <a:ext uri="{FF2B5EF4-FFF2-40B4-BE49-F238E27FC236}">
                <a16:creationId xmlns:a16="http://schemas.microsoft.com/office/drawing/2014/main" id="{FB19BA89-3C55-1410-C78F-CBA38F8C99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94041" y="2682283"/>
            <a:ext cx="1697689" cy="1697689"/>
          </a:xfrm>
          <a:custGeom>
            <a:avLst/>
            <a:gdLst>
              <a:gd name="csX0" fmla="*/ 169221 w 1697689"/>
              <a:gd name="csY0" fmla="*/ 0 h 1697689"/>
              <a:gd name="csX1" fmla="*/ 799235 w 1697689"/>
              <a:gd name="csY1" fmla="*/ 0 h 1697689"/>
              <a:gd name="csX2" fmla="*/ 918846 w 1697689"/>
              <a:gd name="csY2" fmla="*/ 49610 h 1697689"/>
              <a:gd name="csX3" fmla="*/ 1648079 w 1697689"/>
              <a:gd name="csY3" fmla="*/ 778843 h 1697689"/>
              <a:gd name="csX4" fmla="*/ 1697689 w 1697689"/>
              <a:gd name="csY4" fmla="*/ 898454 h 1697689"/>
              <a:gd name="csX5" fmla="*/ 1697689 w 1697689"/>
              <a:gd name="csY5" fmla="*/ 1528468 h 1697689"/>
              <a:gd name="csX6" fmla="*/ 1528468 w 1697689"/>
              <a:gd name="csY6" fmla="*/ 1697689 h 1697689"/>
              <a:gd name="csX7" fmla="*/ 1528316 w 1697689"/>
              <a:gd name="csY7" fmla="*/ 1697537 h 1697689"/>
              <a:gd name="csX8" fmla="*/ 898302 w 1697689"/>
              <a:gd name="csY8" fmla="*/ 1697537 h 1697689"/>
              <a:gd name="csX9" fmla="*/ 778691 w 1697689"/>
              <a:gd name="csY9" fmla="*/ 1647927 h 1697689"/>
              <a:gd name="csX10" fmla="*/ 49610 w 1697689"/>
              <a:gd name="csY10" fmla="*/ 918846 h 1697689"/>
              <a:gd name="csX11" fmla="*/ 0 w 1697689"/>
              <a:gd name="csY11" fmla="*/ 799235 h 1697689"/>
              <a:gd name="csX12" fmla="*/ 0 w 1697689"/>
              <a:gd name="csY12" fmla="*/ 169221 h 1697689"/>
              <a:gd name="csX13" fmla="*/ 169221 w 1697689"/>
              <a:gd name="csY13" fmla="*/ 0 h 1697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689">
                <a:moveTo>
                  <a:pt x="169221" y="0"/>
                </a:moveTo>
                <a:lnTo>
                  <a:pt x="799235" y="0"/>
                </a:lnTo>
                <a:cubicBezTo>
                  <a:pt x="844127" y="0"/>
                  <a:pt x="887193" y="17805"/>
                  <a:pt x="918846" y="49610"/>
                </a:cubicBezTo>
                <a:lnTo>
                  <a:pt x="1648079" y="778843"/>
                </a:lnTo>
                <a:cubicBezTo>
                  <a:pt x="1679732" y="810496"/>
                  <a:pt x="1697689" y="853562"/>
                  <a:pt x="1697689" y="898454"/>
                </a:cubicBezTo>
                <a:lnTo>
                  <a:pt x="1697689" y="1528468"/>
                </a:lnTo>
                <a:cubicBezTo>
                  <a:pt x="1697689" y="1621905"/>
                  <a:pt x="1621905" y="1697689"/>
                  <a:pt x="1528468" y="1697689"/>
                </a:cubicBezTo>
                <a:lnTo>
                  <a:pt x="1528316" y="1697537"/>
                </a:lnTo>
                <a:lnTo>
                  <a:pt x="898302" y="1697537"/>
                </a:lnTo>
                <a:cubicBezTo>
                  <a:pt x="853410" y="1697537"/>
                  <a:pt x="810344" y="1679732"/>
                  <a:pt x="778691" y="1647927"/>
                </a:cubicBezTo>
                <a:lnTo>
                  <a:pt x="49610" y="918846"/>
                </a:lnTo>
                <a:cubicBezTo>
                  <a:pt x="17957" y="887193"/>
                  <a:pt x="0" y="844127"/>
                  <a:pt x="0" y="799235"/>
                </a:cubicBezTo>
                <a:lnTo>
                  <a:pt x="0" y="169221"/>
                </a:lnTo>
                <a:cubicBezTo>
                  <a:pt x="0" y="75784"/>
                  <a:pt x="75784" y="0"/>
                  <a:pt x="169221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sp>
        <p:nvSpPr>
          <p:cNvPr id="31" name="Marcador de posición de imagen 30">
            <a:extLst>
              <a:ext uri="{FF2B5EF4-FFF2-40B4-BE49-F238E27FC236}">
                <a16:creationId xmlns:a16="http://schemas.microsoft.com/office/drawing/2014/main" id="{02AAF071-A327-635A-FA2C-1135048C67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22841" y="2682283"/>
            <a:ext cx="1697689" cy="1697689"/>
          </a:xfrm>
          <a:custGeom>
            <a:avLst/>
            <a:gdLst>
              <a:gd name="csX0" fmla="*/ 169221 w 1697689"/>
              <a:gd name="csY0" fmla="*/ 0 h 1697689"/>
              <a:gd name="csX1" fmla="*/ 799235 w 1697689"/>
              <a:gd name="csY1" fmla="*/ 0 h 1697689"/>
              <a:gd name="csX2" fmla="*/ 918846 w 1697689"/>
              <a:gd name="csY2" fmla="*/ 49610 h 1697689"/>
              <a:gd name="csX3" fmla="*/ 1648079 w 1697689"/>
              <a:gd name="csY3" fmla="*/ 778843 h 1697689"/>
              <a:gd name="csX4" fmla="*/ 1697689 w 1697689"/>
              <a:gd name="csY4" fmla="*/ 898454 h 1697689"/>
              <a:gd name="csX5" fmla="*/ 1697689 w 1697689"/>
              <a:gd name="csY5" fmla="*/ 1528468 h 1697689"/>
              <a:gd name="csX6" fmla="*/ 1528468 w 1697689"/>
              <a:gd name="csY6" fmla="*/ 1697689 h 1697689"/>
              <a:gd name="csX7" fmla="*/ 1528316 w 1697689"/>
              <a:gd name="csY7" fmla="*/ 1697537 h 1697689"/>
              <a:gd name="csX8" fmla="*/ 898302 w 1697689"/>
              <a:gd name="csY8" fmla="*/ 1697537 h 1697689"/>
              <a:gd name="csX9" fmla="*/ 778691 w 1697689"/>
              <a:gd name="csY9" fmla="*/ 1647927 h 1697689"/>
              <a:gd name="csX10" fmla="*/ 49610 w 1697689"/>
              <a:gd name="csY10" fmla="*/ 918846 h 1697689"/>
              <a:gd name="csX11" fmla="*/ 0 w 1697689"/>
              <a:gd name="csY11" fmla="*/ 799235 h 1697689"/>
              <a:gd name="csX12" fmla="*/ 0 w 1697689"/>
              <a:gd name="csY12" fmla="*/ 169221 h 1697689"/>
              <a:gd name="csX13" fmla="*/ 169221 w 1697689"/>
              <a:gd name="csY13" fmla="*/ 0 h 1697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697689" h="1697689">
                <a:moveTo>
                  <a:pt x="169221" y="0"/>
                </a:moveTo>
                <a:lnTo>
                  <a:pt x="799235" y="0"/>
                </a:lnTo>
                <a:cubicBezTo>
                  <a:pt x="844127" y="0"/>
                  <a:pt x="887193" y="17805"/>
                  <a:pt x="918846" y="49610"/>
                </a:cubicBezTo>
                <a:lnTo>
                  <a:pt x="1648079" y="778843"/>
                </a:lnTo>
                <a:cubicBezTo>
                  <a:pt x="1679732" y="810496"/>
                  <a:pt x="1697689" y="853562"/>
                  <a:pt x="1697689" y="898454"/>
                </a:cubicBezTo>
                <a:lnTo>
                  <a:pt x="1697689" y="1528468"/>
                </a:lnTo>
                <a:cubicBezTo>
                  <a:pt x="1697689" y="1621905"/>
                  <a:pt x="1621905" y="1697689"/>
                  <a:pt x="1528468" y="1697689"/>
                </a:cubicBezTo>
                <a:lnTo>
                  <a:pt x="1528316" y="1697537"/>
                </a:lnTo>
                <a:lnTo>
                  <a:pt x="898302" y="1697537"/>
                </a:lnTo>
                <a:cubicBezTo>
                  <a:pt x="853410" y="1697537"/>
                  <a:pt x="810344" y="1679732"/>
                  <a:pt x="778691" y="1647927"/>
                </a:cubicBezTo>
                <a:lnTo>
                  <a:pt x="49610" y="918846"/>
                </a:lnTo>
                <a:cubicBezTo>
                  <a:pt x="17957" y="887193"/>
                  <a:pt x="0" y="844127"/>
                  <a:pt x="0" y="799235"/>
                </a:cubicBezTo>
                <a:lnTo>
                  <a:pt x="0" y="169221"/>
                </a:lnTo>
                <a:cubicBezTo>
                  <a:pt x="0" y="75784"/>
                  <a:pt x="75784" y="0"/>
                  <a:pt x="169221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E032766F-8767-1598-AF62-1349EF4F81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301241"/>
            <a:ext cx="1264863" cy="91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23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rgbClr val="102A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B78ACEAC-FCDB-958C-1627-AEF66D7857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10313" y="865296"/>
            <a:ext cx="5955051" cy="6068905"/>
          </a:xfrm>
          <a:custGeom>
            <a:avLst/>
            <a:gdLst>
              <a:gd name="csX0" fmla="*/ 735916 w 5955051"/>
              <a:gd name="csY0" fmla="*/ 0 h 6068905"/>
              <a:gd name="csX1" fmla="*/ 3476545 w 5955051"/>
              <a:gd name="csY1" fmla="*/ 0 h 6068905"/>
              <a:gd name="csX2" fmla="*/ 3996966 w 5955051"/>
              <a:gd name="csY2" fmla="*/ 215495 h 6068905"/>
              <a:gd name="csX3" fmla="*/ 5955051 w 5955051"/>
              <a:gd name="csY3" fmla="*/ 2173704 h 6068905"/>
              <a:gd name="csX4" fmla="*/ 5955051 w 5955051"/>
              <a:gd name="csY4" fmla="*/ 6068905 h 6068905"/>
              <a:gd name="csX5" fmla="*/ 2287434 w 5955051"/>
              <a:gd name="csY5" fmla="*/ 6068905 h 6068905"/>
              <a:gd name="csX6" fmla="*/ 215495 w 5955051"/>
              <a:gd name="csY6" fmla="*/ 3996966 h 6068905"/>
              <a:gd name="csX7" fmla="*/ 0 w 5955051"/>
              <a:gd name="csY7" fmla="*/ 3476545 h 6068905"/>
              <a:gd name="csX8" fmla="*/ 0 w 5955051"/>
              <a:gd name="csY8" fmla="*/ 735916 h 6068905"/>
              <a:gd name="csX9" fmla="*/ 735916 w 5955051"/>
              <a:gd name="csY9" fmla="*/ 0 h 6068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955051" h="6068905">
                <a:moveTo>
                  <a:pt x="735916" y="0"/>
                </a:moveTo>
                <a:lnTo>
                  <a:pt x="3476545" y="0"/>
                </a:lnTo>
                <a:cubicBezTo>
                  <a:pt x="3671811" y="0"/>
                  <a:pt x="3858935" y="77465"/>
                  <a:pt x="3996966" y="215495"/>
                </a:cubicBezTo>
                <a:lnTo>
                  <a:pt x="5955051" y="2173704"/>
                </a:lnTo>
                <a:lnTo>
                  <a:pt x="5955051" y="6068905"/>
                </a:lnTo>
                <a:lnTo>
                  <a:pt x="2287434" y="6068905"/>
                </a:lnTo>
                <a:lnTo>
                  <a:pt x="215495" y="3996966"/>
                </a:lnTo>
                <a:cubicBezTo>
                  <a:pt x="77588" y="3858936"/>
                  <a:pt x="0" y="3671688"/>
                  <a:pt x="0" y="3476545"/>
                </a:cubicBezTo>
                <a:lnTo>
                  <a:pt x="0" y="735916"/>
                </a:lnTo>
                <a:cubicBezTo>
                  <a:pt x="0" y="329472"/>
                  <a:pt x="329472" y="0"/>
                  <a:pt x="735916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3279BC30-1EBC-CBA1-6A16-65300D3AA5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44165" y="301241"/>
            <a:ext cx="1264862" cy="9179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lank">
    <p:bg>
      <p:bgPr>
        <a:solidFill>
          <a:srgbClr val="17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áfico 18">
            <a:extLst>
              <a:ext uri="{FF2B5EF4-FFF2-40B4-BE49-F238E27FC236}">
                <a16:creationId xmlns:a16="http://schemas.microsoft.com/office/drawing/2014/main" id="{3279BC30-1EBC-CBA1-6A16-65300D3AA5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44165" y="301241"/>
            <a:ext cx="1264862" cy="917959"/>
          </a:xfrm>
          <a:prstGeom prst="rect">
            <a:avLst/>
          </a:prstGeom>
        </p:spPr>
      </p:pic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3B6C87C8-304E-A284-20EE-BF236D2EA1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78048" y="3429000"/>
            <a:ext cx="4042553" cy="2866572"/>
          </a:xfrm>
          <a:custGeom>
            <a:avLst/>
            <a:gdLst>
              <a:gd name="csX0" fmla="*/ 1087477 w 4042553"/>
              <a:gd name="csY0" fmla="*/ 0 h 2866572"/>
              <a:gd name="csX1" fmla="*/ 4042553 w 4042553"/>
              <a:gd name="csY1" fmla="*/ 0 h 2866572"/>
              <a:gd name="csX2" fmla="*/ 4042553 w 4042553"/>
              <a:gd name="csY2" fmla="*/ 2866572 h 2866572"/>
              <a:gd name="csX3" fmla="*/ 314372 w 4042553"/>
              <a:gd name="csY3" fmla="*/ 2866572 h 2866572"/>
              <a:gd name="csX4" fmla="*/ 0 w 4042553"/>
              <a:gd name="csY4" fmla="*/ 2552200 h 2866572"/>
              <a:gd name="csX5" fmla="*/ 0 w 4042553"/>
              <a:gd name="csY5" fmla="*/ 1087477 h 2866572"/>
              <a:gd name="csX6" fmla="*/ 92048 w 4042553"/>
              <a:gd name="csY6" fmla="*/ 865153 h 2866572"/>
              <a:gd name="csX7" fmla="*/ 865153 w 4042553"/>
              <a:gd name="csY7" fmla="*/ 92048 h 2866572"/>
              <a:gd name="csX8" fmla="*/ 1087477 w 4042553"/>
              <a:gd name="csY8" fmla="*/ 0 h 28665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042553" h="2866572">
                <a:moveTo>
                  <a:pt x="1087477" y="0"/>
                </a:moveTo>
                <a:lnTo>
                  <a:pt x="4042553" y="0"/>
                </a:lnTo>
                <a:lnTo>
                  <a:pt x="4042553" y="2866572"/>
                </a:lnTo>
                <a:lnTo>
                  <a:pt x="314372" y="2866572"/>
                </a:lnTo>
                <a:cubicBezTo>
                  <a:pt x="140839" y="2866572"/>
                  <a:pt x="0" y="2725733"/>
                  <a:pt x="0" y="2552200"/>
                </a:cubicBezTo>
                <a:lnTo>
                  <a:pt x="0" y="1087477"/>
                </a:lnTo>
                <a:cubicBezTo>
                  <a:pt x="0" y="1003979"/>
                  <a:pt x="33198" y="924003"/>
                  <a:pt x="92048" y="865153"/>
                </a:cubicBezTo>
                <a:lnTo>
                  <a:pt x="865153" y="92048"/>
                </a:lnTo>
                <a:cubicBezTo>
                  <a:pt x="924003" y="33198"/>
                  <a:pt x="1003979" y="0"/>
                  <a:pt x="108747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3EB35CD3-8A53-FE5D-9F93-72B28283EB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6945" y="3124200"/>
            <a:ext cx="862205" cy="89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5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lank">
    <p:bg>
      <p:bgPr>
        <a:solidFill>
          <a:srgbClr val="102A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áfico 18">
            <a:extLst>
              <a:ext uri="{FF2B5EF4-FFF2-40B4-BE49-F238E27FC236}">
                <a16:creationId xmlns:a16="http://schemas.microsoft.com/office/drawing/2014/main" id="{3279BC30-1EBC-CBA1-6A16-65300D3AA5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44165" y="301241"/>
            <a:ext cx="1264862" cy="917959"/>
          </a:xfrm>
          <a:prstGeom prst="rect">
            <a:avLst/>
          </a:prstGeom>
        </p:spPr>
      </p:pic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3B6C87C8-304E-A284-20EE-BF236D2EA1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78048" y="3429000"/>
            <a:ext cx="4042553" cy="2866572"/>
          </a:xfrm>
          <a:custGeom>
            <a:avLst/>
            <a:gdLst>
              <a:gd name="csX0" fmla="*/ 1087477 w 4042553"/>
              <a:gd name="csY0" fmla="*/ 0 h 2866572"/>
              <a:gd name="csX1" fmla="*/ 4042553 w 4042553"/>
              <a:gd name="csY1" fmla="*/ 0 h 2866572"/>
              <a:gd name="csX2" fmla="*/ 4042553 w 4042553"/>
              <a:gd name="csY2" fmla="*/ 2866572 h 2866572"/>
              <a:gd name="csX3" fmla="*/ 314372 w 4042553"/>
              <a:gd name="csY3" fmla="*/ 2866572 h 2866572"/>
              <a:gd name="csX4" fmla="*/ 0 w 4042553"/>
              <a:gd name="csY4" fmla="*/ 2552200 h 2866572"/>
              <a:gd name="csX5" fmla="*/ 0 w 4042553"/>
              <a:gd name="csY5" fmla="*/ 1087477 h 2866572"/>
              <a:gd name="csX6" fmla="*/ 92048 w 4042553"/>
              <a:gd name="csY6" fmla="*/ 865153 h 2866572"/>
              <a:gd name="csX7" fmla="*/ 865153 w 4042553"/>
              <a:gd name="csY7" fmla="*/ 92048 h 2866572"/>
              <a:gd name="csX8" fmla="*/ 1087477 w 4042553"/>
              <a:gd name="csY8" fmla="*/ 0 h 28665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042553" h="2866572">
                <a:moveTo>
                  <a:pt x="1087477" y="0"/>
                </a:moveTo>
                <a:lnTo>
                  <a:pt x="4042553" y="0"/>
                </a:lnTo>
                <a:lnTo>
                  <a:pt x="4042553" y="2866572"/>
                </a:lnTo>
                <a:lnTo>
                  <a:pt x="314372" y="2866572"/>
                </a:lnTo>
                <a:cubicBezTo>
                  <a:pt x="140839" y="2866572"/>
                  <a:pt x="0" y="2725733"/>
                  <a:pt x="0" y="2552200"/>
                </a:cubicBezTo>
                <a:lnTo>
                  <a:pt x="0" y="1087477"/>
                </a:lnTo>
                <a:cubicBezTo>
                  <a:pt x="0" y="1003979"/>
                  <a:pt x="33198" y="924003"/>
                  <a:pt x="92048" y="865153"/>
                </a:cubicBezTo>
                <a:lnTo>
                  <a:pt x="865153" y="92048"/>
                </a:lnTo>
                <a:cubicBezTo>
                  <a:pt x="924003" y="33198"/>
                  <a:pt x="1003979" y="0"/>
                  <a:pt x="108747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3EB35CD3-8A53-FE5D-9F93-72B28283EB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6945" y="3124200"/>
            <a:ext cx="862205" cy="89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20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7959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bg>
      <p:bgPr>
        <a:solidFill>
          <a:srgbClr val="17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B78ACEAC-FCDB-958C-1627-AEF66D7857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10313" y="865296"/>
            <a:ext cx="5955051" cy="6068905"/>
          </a:xfrm>
          <a:custGeom>
            <a:avLst/>
            <a:gdLst>
              <a:gd name="csX0" fmla="*/ 735916 w 5955051"/>
              <a:gd name="csY0" fmla="*/ 0 h 6068905"/>
              <a:gd name="csX1" fmla="*/ 3476545 w 5955051"/>
              <a:gd name="csY1" fmla="*/ 0 h 6068905"/>
              <a:gd name="csX2" fmla="*/ 3996966 w 5955051"/>
              <a:gd name="csY2" fmla="*/ 215495 h 6068905"/>
              <a:gd name="csX3" fmla="*/ 5955051 w 5955051"/>
              <a:gd name="csY3" fmla="*/ 2173704 h 6068905"/>
              <a:gd name="csX4" fmla="*/ 5955051 w 5955051"/>
              <a:gd name="csY4" fmla="*/ 6068905 h 6068905"/>
              <a:gd name="csX5" fmla="*/ 2287434 w 5955051"/>
              <a:gd name="csY5" fmla="*/ 6068905 h 6068905"/>
              <a:gd name="csX6" fmla="*/ 215495 w 5955051"/>
              <a:gd name="csY6" fmla="*/ 3996966 h 6068905"/>
              <a:gd name="csX7" fmla="*/ 0 w 5955051"/>
              <a:gd name="csY7" fmla="*/ 3476545 h 6068905"/>
              <a:gd name="csX8" fmla="*/ 0 w 5955051"/>
              <a:gd name="csY8" fmla="*/ 735916 h 6068905"/>
              <a:gd name="csX9" fmla="*/ 735916 w 5955051"/>
              <a:gd name="csY9" fmla="*/ 0 h 6068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955051" h="6068905">
                <a:moveTo>
                  <a:pt x="735916" y="0"/>
                </a:moveTo>
                <a:lnTo>
                  <a:pt x="3476545" y="0"/>
                </a:lnTo>
                <a:cubicBezTo>
                  <a:pt x="3671811" y="0"/>
                  <a:pt x="3858935" y="77465"/>
                  <a:pt x="3996966" y="215495"/>
                </a:cubicBezTo>
                <a:lnTo>
                  <a:pt x="5955051" y="2173704"/>
                </a:lnTo>
                <a:lnTo>
                  <a:pt x="5955051" y="6068905"/>
                </a:lnTo>
                <a:lnTo>
                  <a:pt x="2287434" y="6068905"/>
                </a:lnTo>
                <a:lnTo>
                  <a:pt x="215495" y="3996966"/>
                </a:lnTo>
                <a:cubicBezTo>
                  <a:pt x="77588" y="3858936"/>
                  <a:pt x="0" y="3671688"/>
                  <a:pt x="0" y="3476545"/>
                </a:cubicBezTo>
                <a:lnTo>
                  <a:pt x="0" y="735916"/>
                </a:lnTo>
                <a:cubicBezTo>
                  <a:pt x="0" y="329472"/>
                  <a:pt x="329472" y="0"/>
                  <a:pt x="735916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44316DF2-F7D8-6655-CBBE-AA57F4F6F5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44165" y="301241"/>
            <a:ext cx="1264862" cy="91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74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">
    <p:bg>
      <p:bgPr>
        <a:solidFill>
          <a:srgbClr val="A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B78ACEAC-FCDB-958C-1627-AEF66D7857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10313" y="865296"/>
            <a:ext cx="5955051" cy="6068905"/>
          </a:xfrm>
          <a:custGeom>
            <a:avLst/>
            <a:gdLst>
              <a:gd name="csX0" fmla="*/ 735916 w 5955051"/>
              <a:gd name="csY0" fmla="*/ 0 h 6068905"/>
              <a:gd name="csX1" fmla="*/ 3476545 w 5955051"/>
              <a:gd name="csY1" fmla="*/ 0 h 6068905"/>
              <a:gd name="csX2" fmla="*/ 3996966 w 5955051"/>
              <a:gd name="csY2" fmla="*/ 215495 h 6068905"/>
              <a:gd name="csX3" fmla="*/ 5955051 w 5955051"/>
              <a:gd name="csY3" fmla="*/ 2173704 h 6068905"/>
              <a:gd name="csX4" fmla="*/ 5955051 w 5955051"/>
              <a:gd name="csY4" fmla="*/ 6068905 h 6068905"/>
              <a:gd name="csX5" fmla="*/ 2287434 w 5955051"/>
              <a:gd name="csY5" fmla="*/ 6068905 h 6068905"/>
              <a:gd name="csX6" fmla="*/ 215495 w 5955051"/>
              <a:gd name="csY6" fmla="*/ 3996966 h 6068905"/>
              <a:gd name="csX7" fmla="*/ 0 w 5955051"/>
              <a:gd name="csY7" fmla="*/ 3476545 h 6068905"/>
              <a:gd name="csX8" fmla="*/ 0 w 5955051"/>
              <a:gd name="csY8" fmla="*/ 735916 h 6068905"/>
              <a:gd name="csX9" fmla="*/ 735916 w 5955051"/>
              <a:gd name="csY9" fmla="*/ 0 h 6068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955051" h="6068905">
                <a:moveTo>
                  <a:pt x="735916" y="0"/>
                </a:moveTo>
                <a:lnTo>
                  <a:pt x="3476545" y="0"/>
                </a:lnTo>
                <a:cubicBezTo>
                  <a:pt x="3671811" y="0"/>
                  <a:pt x="3858935" y="77465"/>
                  <a:pt x="3996966" y="215495"/>
                </a:cubicBezTo>
                <a:lnTo>
                  <a:pt x="5955051" y="2173704"/>
                </a:lnTo>
                <a:lnTo>
                  <a:pt x="5955051" y="6068905"/>
                </a:lnTo>
                <a:lnTo>
                  <a:pt x="2287434" y="6068905"/>
                </a:lnTo>
                <a:lnTo>
                  <a:pt x="215495" y="3996966"/>
                </a:lnTo>
                <a:cubicBezTo>
                  <a:pt x="77588" y="3858936"/>
                  <a:pt x="0" y="3671688"/>
                  <a:pt x="0" y="3476545"/>
                </a:cubicBezTo>
                <a:lnTo>
                  <a:pt x="0" y="735916"/>
                </a:lnTo>
                <a:cubicBezTo>
                  <a:pt x="0" y="329472"/>
                  <a:pt x="329472" y="0"/>
                  <a:pt x="735916" y="0"/>
                </a:cubicBezTo>
                <a:close/>
              </a:path>
            </a:pathLst>
          </a:custGeom>
          <a:solidFill>
            <a:srgbClr val="102A8B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314E52C1-29A7-E997-43E9-A2066FF881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44200" y="304800"/>
            <a:ext cx="1154962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626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solidFill>
          <a:srgbClr val="17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81A098AB-C060-1325-B878-F05252BC55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1" y="495300"/>
            <a:ext cx="3365773" cy="5867400"/>
          </a:xfrm>
          <a:custGeom>
            <a:avLst/>
            <a:gdLst>
              <a:gd name="csX0" fmla="*/ 1276563 w 3365773"/>
              <a:gd name="csY0" fmla="*/ 0 h 5867400"/>
              <a:gd name="csX1" fmla="*/ 2996447 w 3365773"/>
              <a:gd name="csY1" fmla="*/ 0 h 5867400"/>
              <a:gd name="csX2" fmla="*/ 3365564 w 3365773"/>
              <a:gd name="csY2" fmla="*/ 369117 h 5867400"/>
              <a:gd name="csX3" fmla="*/ 3365773 w 3365773"/>
              <a:gd name="csY3" fmla="*/ 369117 h 5867400"/>
              <a:gd name="csX4" fmla="*/ 3365773 w 3365773"/>
              <a:gd name="csY4" fmla="*/ 4590837 h 5867400"/>
              <a:gd name="csX5" fmla="*/ 3257730 w 3365773"/>
              <a:gd name="csY5" fmla="*/ 4851910 h 5867400"/>
              <a:gd name="csX6" fmla="*/ 2350281 w 3365773"/>
              <a:gd name="csY6" fmla="*/ 5759357 h 5867400"/>
              <a:gd name="csX7" fmla="*/ 2089210 w 3365773"/>
              <a:gd name="csY7" fmla="*/ 5867400 h 5867400"/>
              <a:gd name="csX8" fmla="*/ 369117 w 3365773"/>
              <a:gd name="csY8" fmla="*/ 5867400 h 5867400"/>
              <a:gd name="csX9" fmla="*/ 0 w 3365773"/>
              <a:gd name="csY9" fmla="*/ 5498284 h 5867400"/>
              <a:gd name="csX10" fmla="*/ 0 w 3365773"/>
              <a:gd name="csY10" fmla="*/ 1276563 h 5867400"/>
              <a:gd name="csX11" fmla="*/ 108046 w 3365773"/>
              <a:gd name="csY11" fmla="*/ 1015492 h 5867400"/>
              <a:gd name="csX12" fmla="*/ 1015702 w 3365773"/>
              <a:gd name="csY12" fmla="*/ 108046 h 5867400"/>
              <a:gd name="csX13" fmla="*/ 1276563 w 3365773"/>
              <a:gd name="csY13" fmla="*/ 0 h 586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65773" h="5867400">
                <a:moveTo>
                  <a:pt x="1276563" y="0"/>
                </a:moveTo>
                <a:lnTo>
                  <a:pt x="2996447" y="0"/>
                </a:lnTo>
                <a:cubicBezTo>
                  <a:pt x="3200343" y="0"/>
                  <a:pt x="3365564" y="165221"/>
                  <a:pt x="3365564" y="369117"/>
                </a:cubicBezTo>
                <a:lnTo>
                  <a:pt x="3365773" y="369117"/>
                </a:lnTo>
                <a:lnTo>
                  <a:pt x="3365773" y="4590837"/>
                </a:lnTo>
                <a:cubicBezTo>
                  <a:pt x="3365773" y="4688793"/>
                  <a:pt x="3326886" y="4782542"/>
                  <a:pt x="3257730" y="4851910"/>
                </a:cubicBezTo>
                <a:lnTo>
                  <a:pt x="2350281" y="5759357"/>
                </a:lnTo>
                <a:cubicBezTo>
                  <a:pt x="2281125" y="5828513"/>
                  <a:pt x="2187164" y="5867400"/>
                  <a:pt x="2089210" y="5867400"/>
                </a:cubicBezTo>
                <a:lnTo>
                  <a:pt x="369117" y="5867400"/>
                </a:lnTo>
                <a:cubicBezTo>
                  <a:pt x="165221" y="5867400"/>
                  <a:pt x="0" y="5702182"/>
                  <a:pt x="0" y="5498284"/>
                </a:cubicBezTo>
                <a:lnTo>
                  <a:pt x="0" y="1276563"/>
                </a:lnTo>
                <a:cubicBezTo>
                  <a:pt x="0" y="1178610"/>
                  <a:pt x="38887" y="1084858"/>
                  <a:pt x="108046" y="1015492"/>
                </a:cubicBezTo>
                <a:lnTo>
                  <a:pt x="1015702" y="108046"/>
                </a:lnTo>
                <a:cubicBezTo>
                  <a:pt x="1084858" y="38887"/>
                  <a:pt x="1178819" y="0"/>
                  <a:pt x="1276563" y="0"/>
                </a:cubicBezTo>
                <a:close/>
              </a:path>
            </a:pathLst>
          </a:custGeom>
          <a:solidFill>
            <a:srgbClr val="102A8B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96829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bg>
      <p:bgPr>
        <a:solidFill>
          <a:srgbClr val="17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F7C52F98-02D9-32FC-CD67-B7178A9955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53401" y="952500"/>
            <a:ext cx="3812623" cy="4953000"/>
          </a:xfrm>
          <a:custGeom>
            <a:avLst/>
            <a:gdLst>
              <a:gd name="csX0" fmla="*/ 1906302 w 3812623"/>
              <a:gd name="csY0" fmla="*/ 0 h 4953000"/>
              <a:gd name="csX1" fmla="*/ 2220159 w 3812623"/>
              <a:gd name="csY1" fmla="*/ 130001 h 4953000"/>
              <a:gd name="csX2" fmla="*/ 3682623 w 3812623"/>
              <a:gd name="csY2" fmla="*/ 1592445 h 4953000"/>
              <a:gd name="csX3" fmla="*/ 3812623 w 3812623"/>
              <a:gd name="csY3" fmla="*/ 1906312 h 4953000"/>
              <a:gd name="csX4" fmla="*/ 3812623 w 3812623"/>
              <a:gd name="csY4" fmla="*/ 4509132 h 4953000"/>
              <a:gd name="csX5" fmla="*/ 3368755 w 3812623"/>
              <a:gd name="csY5" fmla="*/ 4953000 h 4953000"/>
              <a:gd name="csX6" fmla="*/ 443868 w 3812623"/>
              <a:gd name="csY6" fmla="*/ 4953000 h 4953000"/>
              <a:gd name="csX7" fmla="*/ 0 w 3812623"/>
              <a:gd name="csY7" fmla="*/ 4509132 h 4953000"/>
              <a:gd name="csX8" fmla="*/ 0 w 3812623"/>
              <a:gd name="csY8" fmla="*/ 1906312 h 4953000"/>
              <a:gd name="csX9" fmla="*/ 130001 w 3812623"/>
              <a:gd name="csY9" fmla="*/ 1592445 h 4953000"/>
              <a:gd name="csX10" fmla="*/ 1592445 w 3812623"/>
              <a:gd name="csY10" fmla="*/ 130001 h 4953000"/>
              <a:gd name="csX11" fmla="*/ 1906302 w 3812623"/>
              <a:gd name="csY11" fmla="*/ 0 h 495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812623" h="4953000">
                <a:moveTo>
                  <a:pt x="1906302" y="0"/>
                </a:moveTo>
                <a:cubicBezTo>
                  <a:pt x="2019897" y="0"/>
                  <a:pt x="2133492" y="43334"/>
                  <a:pt x="2220159" y="130001"/>
                </a:cubicBezTo>
                <a:lnTo>
                  <a:pt x="3682623" y="1592445"/>
                </a:lnTo>
                <a:cubicBezTo>
                  <a:pt x="3765854" y="1675697"/>
                  <a:pt x="3812623" y="1788602"/>
                  <a:pt x="3812623" y="1906312"/>
                </a:cubicBezTo>
                <a:lnTo>
                  <a:pt x="3812623" y="4509132"/>
                </a:lnTo>
                <a:cubicBezTo>
                  <a:pt x="3812623" y="4754287"/>
                  <a:pt x="3613890" y="4953000"/>
                  <a:pt x="3368755" y="4953000"/>
                </a:cubicBezTo>
                <a:lnTo>
                  <a:pt x="443868" y="4953000"/>
                </a:lnTo>
                <a:cubicBezTo>
                  <a:pt x="198733" y="4953000"/>
                  <a:pt x="0" y="4754267"/>
                  <a:pt x="0" y="4509132"/>
                </a:cubicBezTo>
                <a:lnTo>
                  <a:pt x="0" y="1906312"/>
                </a:lnTo>
                <a:cubicBezTo>
                  <a:pt x="0" y="1788581"/>
                  <a:pt x="46769" y="1675676"/>
                  <a:pt x="130001" y="1592445"/>
                </a:cubicBezTo>
                <a:lnTo>
                  <a:pt x="1592445" y="130001"/>
                </a:lnTo>
                <a:cubicBezTo>
                  <a:pt x="1679112" y="43334"/>
                  <a:pt x="1792707" y="0"/>
                  <a:pt x="1906302" y="0"/>
                </a:cubicBezTo>
                <a:close/>
              </a:path>
            </a:pathLst>
          </a:custGeom>
          <a:solidFill>
            <a:srgbClr val="102A8B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4122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eño personalizado">
    <p:bg>
      <p:bgPr>
        <a:solidFill>
          <a:srgbClr val="102A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F7C52F98-02D9-32FC-CD67-B7178A9955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53401" y="952500"/>
            <a:ext cx="3812623" cy="4953000"/>
          </a:xfrm>
          <a:custGeom>
            <a:avLst/>
            <a:gdLst>
              <a:gd name="csX0" fmla="*/ 1906302 w 3812623"/>
              <a:gd name="csY0" fmla="*/ 0 h 4953000"/>
              <a:gd name="csX1" fmla="*/ 2220159 w 3812623"/>
              <a:gd name="csY1" fmla="*/ 130001 h 4953000"/>
              <a:gd name="csX2" fmla="*/ 3682623 w 3812623"/>
              <a:gd name="csY2" fmla="*/ 1592445 h 4953000"/>
              <a:gd name="csX3" fmla="*/ 3812623 w 3812623"/>
              <a:gd name="csY3" fmla="*/ 1906312 h 4953000"/>
              <a:gd name="csX4" fmla="*/ 3812623 w 3812623"/>
              <a:gd name="csY4" fmla="*/ 4509132 h 4953000"/>
              <a:gd name="csX5" fmla="*/ 3368755 w 3812623"/>
              <a:gd name="csY5" fmla="*/ 4953000 h 4953000"/>
              <a:gd name="csX6" fmla="*/ 443868 w 3812623"/>
              <a:gd name="csY6" fmla="*/ 4953000 h 4953000"/>
              <a:gd name="csX7" fmla="*/ 0 w 3812623"/>
              <a:gd name="csY7" fmla="*/ 4509132 h 4953000"/>
              <a:gd name="csX8" fmla="*/ 0 w 3812623"/>
              <a:gd name="csY8" fmla="*/ 1906312 h 4953000"/>
              <a:gd name="csX9" fmla="*/ 130001 w 3812623"/>
              <a:gd name="csY9" fmla="*/ 1592445 h 4953000"/>
              <a:gd name="csX10" fmla="*/ 1592445 w 3812623"/>
              <a:gd name="csY10" fmla="*/ 130001 h 4953000"/>
              <a:gd name="csX11" fmla="*/ 1906302 w 3812623"/>
              <a:gd name="csY11" fmla="*/ 0 h 495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812623" h="4953000">
                <a:moveTo>
                  <a:pt x="1906302" y="0"/>
                </a:moveTo>
                <a:cubicBezTo>
                  <a:pt x="2019897" y="0"/>
                  <a:pt x="2133492" y="43334"/>
                  <a:pt x="2220159" y="130001"/>
                </a:cubicBezTo>
                <a:lnTo>
                  <a:pt x="3682623" y="1592445"/>
                </a:lnTo>
                <a:cubicBezTo>
                  <a:pt x="3765854" y="1675697"/>
                  <a:pt x="3812623" y="1788602"/>
                  <a:pt x="3812623" y="1906312"/>
                </a:cubicBezTo>
                <a:lnTo>
                  <a:pt x="3812623" y="4509132"/>
                </a:lnTo>
                <a:cubicBezTo>
                  <a:pt x="3812623" y="4754287"/>
                  <a:pt x="3613890" y="4953000"/>
                  <a:pt x="3368755" y="4953000"/>
                </a:cubicBezTo>
                <a:lnTo>
                  <a:pt x="443868" y="4953000"/>
                </a:lnTo>
                <a:cubicBezTo>
                  <a:pt x="198733" y="4953000"/>
                  <a:pt x="0" y="4754267"/>
                  <a:pt x="0" y="4509132"/>
                </a:cubicBezTo>
                <a:lnTo>
                  <a:pt x="0" y="1906312"/>
                </a:lnTo>
                <a:cubicBezTo>
                  <a:pt x="0" y="1788581"/>
                  <a:pt x="46769" y="1675676"/>
                  <a:pt x="130001" y="1592445"/>
                </a:cubicBezTo>
                <a:lnTo>
                  <a:pt x="1592445" y="130001"/>
                </a:lnTo>
                <a:cubicBezTo>
                  <a:pt x="1679112" y="43334"/>
                  <a:pt x="1792707" y="0"/>
                  <a:pt x="1906302" y="0"/>
                </a:cubicBezTo>
                <a:close/>
              </a:path>
            </a:pathLst>
          </a:custGeom>
          <a:solidFill>
            <a:srgbClr val="AA0000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024913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eño personalizado">
    <p:bg>
      <p:bgPr>
        <a:solidFill>
          <a:srgbClr val="17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áfico 8">
            <a:extLst>
              <a:ext uri="{FF2B5EF4-FFF2-40B4-BE49-F238E27FC236}">
                <a16:creationId xmlns:a16="http://schemas.microsoft.com/office/drawing/2014/main" id="{4E681898-F15A-0AA3-FE59-2F74A642EE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301241"/>
            <a:ext cx="1264863" cy="917959"/>
          </a:xfrm>
          <a:prstGeom prst="rect">
            <a:avLst/>
          </a:prstGeom>
        </p:spPr>
      </p:pic>
      <p:sp>
        <p:nvSpPr>
          <p:cNvPr id="13" name="Marcador de medios 12">
            <a:extLst>
              <a:ext uri="{FF2B5EF4-FFF2-40B4-BE49-F238E27FC236}">
                <a16:creationId xmlns:a16="http://schemas.microsoft.com/office/drawing/2014/main" id="{B55E7289-AAB5-F135-3660-3C4D0A7DBCDA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762000" y="1371601"/>
            <a:ext cx="10820400" cy="5185159"/>
          </a:xfrm>
          <a:custGeom>
            <a:avLst/>
            <a:gdLst>
              <a:gd name="csX0" fmla="*/ 194340 w 10820400"/>
              <a:gd name="csY0" fmla="*/ 0 h 5185159"/>
              <a:gd name="csX1" fmla="*/ 10626060 w 10820400"/>
              <a:gd name="csY1" fmla="*/ 0 h 5185159"/>
              <a:gd name="csX2" fmla="*/ 10820400 w 10820400"/>
              <a:gd name="csY2" fmla="*/ 194340 h 5185159"/>
              <a:gd name="csX3" fmla="*/ 10820400 w 10820400"/>
              <a:gd name="csY3" fmla="*/ 4990819 h 5185159"/>
              <a:gd name="csX4" fmla="*/ 10626060 w 10820400"/>
              <a:gd name="csY4" fmla="*/ 5185159 h 5185159"/>
              <a:gd name="csX5" fmla="*/ 194340 w 10820400"/>
              <a:gd name="csY5" fmla="*/ 5185159 h 5185159"/>
              <a:gd name="csX6" fmla="*/ 0 w 10820400"/>
              <a:gd name="csY6" fmla="*/ 4990819 h 5185159"/>
              <a:gd name="csX7" fmla="*/ 0 w 10820400"/>
              <a:gd name="csY7" fmla="*/ 194340 h 5185159"/>
              <a:gd name="csX8" fmla="*/ 194340 w 10820400"/>
              <a:gd name="csY8" fmla="*/ 0 h 5185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820400" h="5185159">
                <a:moveTo>
                  <a:pt x="194340" y="0"/>
                </a:moveTo>
                <a:lnTo>
                  <a:pt x="10626060" y="0"/>
                </a:lnTo>
                <a:cubicBezTo>
                  <a:pt x="10733391" y="0"/>
                  <a:pt x="10820400" y="87009"/>
                  <a:pt x="10820400" y="194340"/>
                </a:cubicBezTo>
                <a:lnTo>
                  <a:pt x="10820400" y="4990819"/>
                </a:lnTo>
                <a:cubicBezTo>
                  <a:pt x="10820400" y="5098150"/>
                  <a:pt x="10733391" y="5185159"/>
                  <a:pt x="10626060" y="5185159"/>
                </a:cubicBezTo>
                <a:lnTo>
                  <a:pt x="194340" y="5185159"/>
                </a:lnTo>
                <a:cubicBezTo>
                  <a:pt x="87009" y="5185159"/>
                  <a:pt x="0" y="5098150"/>
                  <a:pt x="0" y="4990819"/>
                </a:cubicBezTo>
                <a:lnTo>
                  <a:pt x="0" y="194340"/>
                </a:lnTo>
                <a:cubicBezTo>
                  <a:pt x="0" y="87009"/>
                  <a:pt x="87009" y="0"/>
                  <a:pt x="194340" y="0"/>
                </a:cubicBezTo>
                <a:close/>
              </a:path>
            </a:pathLst>
          </a:custGeom>
          <a:solidFill>
            <a:srgbClr val="102A8B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53468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bg>
      <p:bgPr>
        <a:solidFill>
          <a:srgbClr val="A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81A098AB-C060-1325-B878-F05252BC55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1" y="495300"/>
            <a:ext cx="3365773" cy="5867400"/>
          </a:xfrm>
          <a:custGeom>
            <a:avLst/>
            <a:gdLst>
              <a:gd name="csX0" fmla="*/ 1276563 w 3365773"/>
              <a:gd name="csY0" fmla="*/ 0 h 5867400"/>
              <a:gd name="csX1" fmla="*/ 2996447 w 3365773"/>
              <a:gd name="csY1" fmla="*/ 0 h 5867400"/>
              <a:gd name="csX2" fmla="*/ 3365564 w 3365773"/>
              <a:gd name="csY2" fmla="*/ 369117 h 5867400"/>
              <a:gd name="csX3" fmla="*/ 3365773 w 3365773"/>
              <a:gd name="csY3" fmla="*/ 369117 h 5867400"/>
              <a:gd name="csX4" fmla="*/ 3365773 w 3365773"/>
              <a:gd name="csY4" fmla="*/ 4590837 h 5867400"/>
              <a:gd name="csX5" fmla="*/ 3257730 w 3365773"/>
              <a:gd name="csY5" fmla="*/ 4851910 h 5867400"/>
              <a:gd name="csX6" fmla="*/ 2350281 w 3365773"/>
              <a:gd name="csY6" fmla="*/ 5759357 h 5867400"/>
              <a:gd name="csX7" fmla="*/ 2089210 w 3365773"/>
              <a:gd name="csY7" fmla="*/ 5867400 h 5867400"/>
              <a:gd name="csX8" fmla="*/ 369117 w 3365773"/>
              <a:gd name="csY8" fmla="*/ 5867400 h 5867400"/>
              <a:gd name="csX9" fmla="*/ 0 w 3365773"/>
              <a:gd name="csY9" fmla="*/ 5498284 h 5867400"/>
              <a:gd name="csX10" fmla="*/ 0 w 3365773"/>
              <a:gd name="csY10" fmla="*/ 1276563 h 5867400"/>
              <a:gd name="csX11" fmla="*/ 108046 w 3365773"/>
              <a:gd name="csY11" fmla="*/ 1015492 h 5867400"/>
              <a:gd name="csX12" fmla="*/ 1015702 w 3365773"/>
              <a:gd name="csY12" fmla="*/ 108046 h 5867400"/>
              <a:gd name="csX13" fmla="*/ 1276563 w 3365773"/>
              <a:gd name="csY13" fmla="*/ 0 h 586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65773" h="5867400">
                <a:moveTo>
                  <a:pt x="1276563" y="0"/>
                </a:moveTo>
                <a:lnTo>
                  <a:pt x="2996447" y="0"/>
                </a:lnTo>
                <a:cubicBezTo>
                  <a:pt x="3200343" y="0"/>
                  <a:pt x="3365564" y="165221"/>
                  <a:pt x="3365564" y="369117"/>
                </a:cubicBezTo>
                <a:lnTo>
                  <a:pt x="3365773" y="369117"/>
                </a:lnTo>
                <a:lnTo>
                  <a:pt x="3365773" y="4590837"/>
                </a:lnTo>
                <a:cubicBezTo>
                  <a:pt x="3365773" y="4688793"/>
                  <a:pt x="3326886" y="4782542"/>
                  <a:pt x="3257730" y="4851910"/>
                </a:cubicBezTo>
                <a:lnTo>
                  <a:pt x="2350281" y="5759357"/>
                </a:lnTo>
                <a:cubicBezTo>
                  <a:pt x="2281125" y="5828513"/>
                  <a:pt x="2187164" y="5867400"/>
                  <a:pt x="2089210" y="5867400"/>
                </a:cubicBezTo>
                <a:lnTo>
                  <a:pt x="369117" y="5867400"/>
                </a:lnTo>
                <a:cubicBezTo>
                  <a:pt x="165221" y="5867400"/>
                  <a:pt x="0" y="5702182"/>
                  <a:pt x="0" y="5498284"/>
                </a:cubicBezTo>
                <a:lnTo>
                  <a:pt x="0" y="1276563"/>
                </a:lnTo>
                <a:cubicBezTo>
                  <a:pt x="0" y="1178610"/>
                  <a:pt x="38887" y="1084858"/>
                  <a:pt x="108046" y="1015492"/>
                </a:cubicBezTo>
                <a:lnTo>
                  <a:pt x="1015702" y="108046"/>
                </a:lnTo>
                <a:cubicBezTo>
                  <a:pt x="1084858" y="38887"/>
                  <a:pt x="1178819" y="0"/>
                  <a:pt x="1276563" y="0"/>
                </a:cubicBezTo>
                <a:close/>
              </a:path>
            </a:pathLst>
          </a:custGeom>
          <a:solidFill>
            <a:srgbClr val="102A8B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56C44BA0-FD0D-97B2-2FE3-3A6A34B4BB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304800"/>
            <a:ext cx="1154962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7290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bg>
      <p:bgPr>
        <a:solidFill>
          <a:srgbClr val="102A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3E1784D-DBA1-2ED6-76D1-ED1809447E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1" y="495300"/>
            <a:ext cx="3365773" cy="5867400"/>
          </a:xfrm>
          <a:custGeom>
            <a:avLst/>
            <a:gdLst>
              <a:gd name="csX0" fmla="*/ 1276563 w 3365773"/>
              <a:gd name="csY0" fmla="*/ 0 h 5867400"/>
              <a:gd name="csX1" fmla="*/ 2996447 w 3365773"/>
              <a:gd name="csY1" fmla="*/ 0 h 5867400"/>
              <a:gd name="csX2" fmla="*/ 3365564 w 3365773"/>
              <a:gd name="csY2" fmla="*/ 369117 h 5867400"/>
              <a:gd name="csX3" fmla="*/ 3365773 w 3365773"/>
              <a:gd name="csY3" fmla="*/ 369117 h 5867400"/>
              <a:gd name="csX4" fmla="*/ 3365773 w 3365773"/>
              <a:gd name="csY4" fmla="*/ 4590837 h 5867400"/>
              <a:gd name="csX5" fmla="*/ 3257730 w 3365773"/>
              <a:gd name="csY5" fmla="*/ 4851910 h 5867400"/>
              <a:gd name="csX6" fmla="*/ 2350281 w 3365773"/>
              <a:gd name="csY6" fmla="*/ 5759357 h 5867400"/>
              <a:gd name="csX7" fmla="*/ 2089210 w 3365773"/>
              <a:gd name="csY7" fmla="*/ 5867400 h 5867400"/>
              <a:gd name="csX8" fmla="*/ 369117 w 3365773"/>
              <a:gd name="csY8" fmla="*/ 5867400 h 5867400"/>
              <a:gd name="csX9" fmla="*/ 0 w 3365773"/>
              <a:gd name="csY9" fmla="*/ 5498284 h 5867400"/>
              <a:gd name="csX10" fmla="*/ 0 w 3365773"/>
              <a:gd name="csY10" fmla="*/ 1276563 h 5867400"/>
              <a:gd name="csX11" fmla="*/ 108046 w 3365773"/>
              <a:gd name="csY11" fmla="*/ 1015492 h 5867400"/>
              <a:gd name="csX12" fmla="*/ 1015702 w 3365773"/>
              <a:gd name="csY12" fmla="*/ 108046 h 5867400"/>
              <a:gd name="csX13" fmla="*/ 1276563 w 3365773"/>
              <a:gd name="csY13" fmla="*/ 0 h 586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65773" h="5867400">
                <a:moveTo>
                  <a:pt x="1276563" y="0"/>
                </a:moveTo>
                <a:lnTo>
                  <a:pt x="2996447" y="0"/>
                </a:lnTo>
                <a:cubicBezTo>
                  <a:pt x="3200343" y="0"/>
                  <a:pt x="3365564" y="165221"/>
                  <a:pt x="3365564" y="369117"/>
                </a:cubicBezTo>
                <a:lnTo>
                  <a:pt x="3365773" y="369117"/>
                </a:lnTo>
                <a:lnTo>
                  <a:pt x="3365773" y="4590837"/>
                </a:lnTo>
                <a:cubicBezTo>
                  <a:pt x="3365773" y="4688793"/>
                  <a:pt x="3326886" y="4782542"/>
                  <a:pt x="3257730" y="4851910"/>
                </a:cubicBezTo>
                <a:lnTo>
                  <a:pt x="2350281" y="5759357"/>
                </a:lnTo>
                <a:cubicBezTo>
                  <a:pt x="2281125" y="5828513"/>
                  <a:pt x="2187164" y="5867400"/>
                  <a:pt x="2089210" y="5867400"/>
                </a:cubicBezTo>
                <a:lnTo>
                  <a:pt x="369117" y="5867400"/>
                </a:lnTo>
                <a:cubicBezTo>
                  <a:pt x="165221" y="5867400"/>
                  <a:pt x="0" y="5702182"/>
                  <a:pt x="0" y="5498284"/>
                </a:cubicBezTo>
                <a:lnTo>
                  <a:pt x="0" y="1276563"/>
                </a:lnTo>
                <a:cubicBezTo>
                  <a:pt x="0" y="1178610"/>
                  <a:pt x="38887" y="1084858"/>
                  <a:pt x="108046" y="1015492"/>
                </a:cubicBezTo>
                <a:lnTo>
                  <a:pt x="1015702" y="108046"/>
                </a:lnTo>
                <a:cubicBezTo>
                  <a:pt x="1084858" y="38887"/>
                  <a:pt x="1178819" y="0"/>
                  <a:pt x="1276563" y="0"/>
                </a:cubicBezTo>
                <a:close/>
              </a:path>
            </a:pathLst>
          </a:custGeom>
          <a:solidFill>
            <a:srgbClr val="172844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86631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bg>
      <p:bgPr>
        <a:solidFill>
          <a:srgbClr val="1728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B32C1286-05A3-4228-2E0C-C65C43EA0D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7000" y="-76200"/>
            <a:ext cx="5715000" cy="7010400"/>
          </a:xfrm>
          <a:custGeom>
            <a:avLst/>
            <a:gdLst>
              <a:gd name="csX0" fmla="*/ 0 w 5715000"/>
              <a:gd name="csY0" fmla="*/ 0 h 7010400"/>
              <a:gd name="csX1" fmla="*/ 5715000 w 5715000"/>
              <a:gd name="csY1" fmla="*/ 0 h 7010400"/>
              <a:gd name="csX2" fmla="*/ 5715000 w 5715000"/>
              <a:gd name="csY2" fmla="*/ 7010400 h 7010400"/>
              <a:gd name="csX3" fmla="*/ 0 w 5715000"/>
              <a:gd name="csY3" fmla="*/ 7010400 h 7010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715000" h="7010400">
                <a:moveTo>
                  <a:pt x="0" y="0"/>
                </a:moveTo>
                <a:lnTo>
                  <a:pt x="5715000" y="0"/>
                </a:lnTo>
                <a:lnTo>
                  <a:pt x="5715000" y="7010400"/>
                </a:lnTo>
                <a:lnTo>
                  <a:pt x="0" y="7010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8B95CCC0-9713-8FC5-1369-C867D48C05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301241"/>
            <a:ext cx="1264863" cy="91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4983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bg>
      <p:bgPr>
        <a:solidFill>
          <a:srgbClr val="A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B32C1286-05A3-4228-2E0C-C65C43EA0D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7000" y="-76200"/>
            <a:ext cx="5715000" cy="7010400"/>
          </a:xfrm>
          <a:custGeom>
            <a:avLst/>
            <a:gdLst>
              <a:gd name="csX0" fmla="*/ 0 w 5715000"/>
              <a:gd name="csY0" fmla="*/ 0 h 7010400"/>
              <a:gd name="csX1" fmla="*/ 5715000 w 5715000"/>
              <a:gd name="csY1" fmla="*/ 0 h 7010400"/>
              <a:gd name="csX2" fmla="*/ 5715000 w 5715000"/>
              <a:gd name="csY2" fmla="*/ 7010400 h 7010400"/>
              <a:gd name="csX3" fmla="*/ 0 w 5715000"/>
              <a:gd name="csY3" fmla="*/ 7010400 h 7010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715000" h="7010400">
                <a:moveTo>
                  <a:pt x="0" y="0"/>
                </a:moveTo>
                <a:lnTo>
                  <a:pt x="5715000" y="0"/>
                </a:lnTo>
                <a:lnTo>
                  <a:pt x="5715000" y="7010400"/>
                </a:lnTo>
                <a:lnTo>
                  <a:pt x="0" y="7010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7AA0755-B82F-FB8C-D3DD-86DE114DA9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304800"/>
            <a:ext cx="1154962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872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bg>
      <p:bgPr>
        <a:solidFill>
          <a:srgbClr val="102A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B32C1286-05A3-4228-2E0C-C65C43EA0D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7000" y="-76200"/>
            <a:ext cx="5715000" cy="7010400"/>
          </a:xfrm>
          <a:custGeom>
            <a:avLst/>
            <a:gdLst>
              <a:gd name="csX0" fmla="*/ 0 w 5715000"/>
              <a:gd name="csY0" fmla="*/ 0 h 7010400"/>
              <a:gd name="csX1" fmla="*/ 5715000 w 5715000"/>
              <a:gd name="csY1" fmla="*/ 0 h 7010400"/>
              <a:gd name="csX2" fmla="*/ 5715000 w 5715000"/>
              <a:gd name="csY2" fmla="*/ 7010400 h 7010400"/>
              <a:gd name="csX3" fmla="*/ 0 w 5715000"/>
              <a:gd name="csY3" fmla="*/ 7010400 h 7010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715000" h="7010400">
                <a:moveTo>
                  <a:pt x="0" y="0"/>
                </a:moveTo>
                <a:lnTo>
                  <a:pt x="5715000" y="0"/>
                </a:lnTo>
                <a:lnTo>
                  <a:pt x="5715000" y="7010400"/>
                </a:lnTo>
                <a:lnTo>
                  <a:pt x="0" y="7010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endParaRPr lang="es-CL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2AD3248-2901-DFC5-4443-617F97E960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301241"/>
            <a:ext cx="1264863" cy="91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959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714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3" r:id="rId4"/>
    <p:sldLayoutId id="2147483669" r:id="rId5"/>
    <p:sldLayoutId id="2147483664" r:id="rId6"/>
    <p:sldLayoutId id="2147483671" r:id="rId7"/>
    <p:sldLayoutId id="2147483670" r:id="rId8"/>
    <p:sldLayoutId id="2147483665" r:id="rId9"/>
    <p:sldLayoutId id="2147483680" r:id="rId10"/>
    <p:sldLayoutId id="2147483681" r:id="rId11"/>
    <p:sldLayoutId id="2147483685" r:id="rId12"/>
    <p:sldLayoutId id="2147483672" r:id="rId13"/>
    <p:sldLayoutId id="2147483673" r:id="rId14"/>
    <p:sldLayoutId id="2147483666" r:id="rId15"/>
    <p:sldLayoutId id="2147483683" r:id="rId16"/>
    <p:sldLayoutId id="2147483684" r:id="rId17"/>
    <p:sldLayoutId id="2147483682" r:id="rId18"/>
    <p:sldLayoutId id="2147483674" r:id="rId19"/>
    <p:sldLayoutId id="2147483667" r:id="rId20"/>
    <p:sldLayoutId id="2147483675" r:id="rId21"/>
    <p:sldLayoutId id="2147483676" r:id="rId22"/>
    <p:sldLayoutId id="2147483677" r:id="rId23"/>
    <p:sldLayoutId id="2147483679" r:id="rId24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.svg"/><Relationship Id="rId5" Type="http://schemas.openxmlformats.org/officeDocument/2006/relationships/image" Target="../media/image1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220270" y="4678997"/>
            <a:ext cx="4037530" cy="92717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290"/>
              </a:lnSpc>
              <a:spcBef>
                <a:spcPts val="130"/>
              </a:spcBef>
            </a:pPr>
            <a:r>
              <a:rPr lang="es-MX" sz="2000" b="1">
                <a:solidFill>
                  <a:srgbClr val="FFFFFF"/>
                </a:solidFill>
                <a:latin typeface="Verdana"/>
                <a:cs typeface="Verdana"/>
              </a:rPr>
              <a:t>AIEP OSORNO</a:t>
            </a:r>
            <a:endParaRPr lang="es-MX" sz="2000" b="1" dirty="0">
              <a:solidFill>
                <a:srgbClr val="FFFFFF"/>
              </a:solidFill>
              <a:latin typeface="Verdana"/>
              <a:cs typeface="Verdana"/>
            </a:endParaRPr>
          </a:p>
          <a:p>
            <a:pPr marL="12700">
              <a:lnSpc>
                <a:spcPts val="2290"/>
              </a:lnSpc>
              <a:spcBef>
                <a:spcPts val="130"/>
              </a:spcBef>
            </a:pPr>
            <a:endParaRPr lang="es-MX" sz="2000" b="1" dirty="0">
              <a:solidFill>
                <a:srgbClr val="FFFFFF"/>
              </a:solidFill>
              <a:latin typeface="Verdana"/>
              <a:cs typeface="Verdana"/>
            </a:endParaRPr>
          </a:p>
          <a:p>
            <a:pPr marL="12700">
              <a:lnSpc>
                <a:spcPts val="2290"/>
              </a:lnSpc>
              <a:spcBef>
                <a:spcPts val="130"/>
              </a:spcBef>
            </a:pPr>
            <a:r>
              <a:rPr lang="es-MX" sz="2000" dirty="0">
                <a:solidFill>
                  <a:srgbClr val="FFFFFF"/>
                </a:solidFill>
                <a:latin typeface="Verdana"/>
                <a:cs typeface="Verdana"/>
              </a:rPr>
              <a:t>Junio 2026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2F9CDB7-E409-27DF-6C06-C5855C5F350D}"/>
              </a:ext>
            </a:extLst>
          </p:cNvPr>
          <p:cNvSpPr txBox="1"/>
          <p:nvPr/>
        </p:nvSpPr>
        <p:spPr>
          <a:xfrm>
            <a:off x="1151491" y="2341136"/>
            <a:ext cx="494450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PROYECTO GEOGREEN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1EF7D8C0-4EE1-FEF7-6D7C-B6A4D146FF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2023" y="2309238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661528" y="1828800"/>
            <a:ext cx="2394585" cy="869315"/>
          </a:xfrm>
          <a:custGeom>
            <a:avLst/>
            <a:gdLst/>
            <a:ahLst/>
            <a:cxnLst/>
            <a:rect l="l" t="t" r="r" b="b"/>
            <a:pathLst>
              <a:path w="2394585" h="869314">
                <a:moveTo>
                  <a:pt x="2298956" y="0"/>
                </a:moveTo>
                <a:lnTo>
                  <a:pt x="330247" y="0"/>
                </a:lnTo>
                <a:lnTo>
                  <a:pt x="277279" y="15972"/>
                </a:lnTo>
                <a:lnTo>
                  <a:pt x="27938" y="262223"/>
                </a:lnTo>
                <a:lnTo>
                  <a:pt x="1847" y="310928"/>
                </a:lnTo>
                <a:lnTo>
                  <a:pt x="0" y="329606"/>
                </a:lnTo>
                <a:lnTo>
                  <a:pt x="0" y="773696"/>
                </a:lnTo>
                <a:lnTo>
                  <a:pt x="27974" y="841100"/>
                </a:lnTo>
                <a:lnTo>
                  <a:pt x="95504" y="869022"/>
                </a:lnTo>
                <a:lnTo>
                  <a:pt x="2064229" y="869023"/>
                </a:lnTo>
                <a:lnTo>
                  <a:pt x="2082931" y="867178"/>
                </a:lnTo>
                <a:lnTo>
                  <a:pt x="2131728" y="841135"/>
                </a:lnTo>
                <a:lnTo>
                  <a:pt x="2366456" y="606830"/>
                </a:lnTo>
                <a:lnTo>
                  <a:pt x="2392580" y="558118"/>
                </a:lnTo>
                <a:lnTo>
                  <a:pt x="2394428" y="539440"/>
                </a:lnTo>
                <a:lnTo>
                  <a:pt x="2394428" y="95296"/>
                </a:lnTo>
                <a:lnTo>
                  <a:pt x="2386929" y="58192"/>
                </a:lnTo>
                <a:lnTo>
                  <a:pt x="2366475" y="27902"/>
                </a:lnTo>
                <a:lnTo>
                  <a:pt x="2336129" y="7485"/>
                </a:lnTo>
                <a:lnTo>
                  <a:pt x="2298956" y="0"/>
                </a:lnTo>
                <a:close/>
              </a:path>
            </a:pathLst>
          </a:custGeom>
          <a:solidFill>
            <a:srgbClr val="AA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65205" y="1952229"/>
            <a:ext cx="1936433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000" spc="-10" dirty="0">
                <a:solidFill>
                  <a:srgbClr val="FFFFFF"/>
                </a:solidFill>
                <a:latin typeface="Ubuntu Medium" panose="020B0604030602030204" pitchFamily="34" charset="0"/>
                <a:cs typeface="Microsoft Sans Serif"/>
              </a:rPr>
              <a:t>Misión</a:t>
            </a:r>
            <a:endParaRPr sz="4000" dirty="0">
              <a:latin typeface="Ubuntu Medium" panose="020B0604030602030204" pitchFamily="34" charset="0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51929" y="1747428"/>
            <a:ext cx="4344271" cy="130997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35"/>
              </a:spcBef>
            </a:pPr>
            <a:r>
              <a:rPr lang="es-MX"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Formamos a lo largo de la vida para el trabajo y el emprendimiento, con educación de calidad, flexible, potenciada por la tecnología y la innovación, para dar oportunidades sin distinciones ni fronteras y contribuir al desarrollo sostenible de cada territorio</a:t>
            </a:r>
            <a:endParaRPr sz="1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51930" y="3465103"/>
            <a:ext cx="4308336" cy="652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La</a:t>
            </a:r>
            <a:r>
              <a:rPr sz="1400" spc="-2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visión</a:t>
            </a:r>
            <a:r>
              <a:rPr sz="1400" spc="1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de</a:t>
            </a:r>
            <a:r>
              <a:rPr sz="1400" spc="-1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AIEP</a:t>
            </a:r>
            <a:r>
              <a:rPr sz="1400" spc="-1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es</a:t>
            </a:r>
            <a:r>
              <a:rPr sz="1400" spc="-5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ser</a:t>
            </a:r>
            <a:r>
              <a:rPr sz="1400" spc="-7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líder</a:t>
            </a:r>
            <a:r>
              <a:rPr sz="1400" spc="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en</a:t>
            </a:r>
            <a:r>
              <a:rPr sz="1400" spc="-6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la</a:t>
            </a:r>
            <a:r>
              <a:rPr sz="1400" spc="-2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formación</a:t>
            </a:r>
            <a:r>
              <a:rPr sz="1400" spc="1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para</a:t>
            </a:r>
            <a:r>
              <a:rPr lang="es-MX" sz="14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el</a:t>
            </a:r>
            <a:r>
              <a:rPr sz="1400" spc="-3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trabajo,</a:t>
            </a:r>
            <a:r>
              <a:rPr sz="1400" spc="-1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transformando</a:t>
            </a:r>
            <a:r>
              <a:rPr sz="1400" spc="-5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la</a:t>
            </a:r>
            <a:r>
              <a:rPr sz="1400" spc="-5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educación</a:t>
            </a:r>
            <a:r>
              <a:rPr sz="1400" spc="-2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para</a:t>
            </a:r>
            <a:r>
              <a:rPr sz="1400" spc="-55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el</a:t>
            </a:r>
            <a:r>
              <a:rPr sz="1400" spc="-3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futuro</a:t>
            </a:r>
            <a:endParaRPr sz="1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61528" y="3261361"/>
            <a:ext cx="2394585" cy="869315"/>
          </a:xfrm>
          <a:custGeom>
            <a:avLst/>
            <a:gdLst/>
            <a:ahLst/>
            <a:cxnLst/>
            <a:rect l="l" t="t" r="r" b="b"/>
            <a:pathLst>
              <a:path w="2394585" h="869314">
                <a:moveTo>
                  <a:pt x="2298956" y="0"/>
                </a:moveTo>
                <a:lnTo>
                  <a:pt x="330247" y="0"/>
                </a:lnTo>
                <a:lnTo>
                  <a:pt x="277279" y="15972"/>
                </a:lnTo>
                <a:lnTo>
                  <a:pt x="27938" y="262223"/>
                </a:lnTo>
                <a:lnTo>
                  <a:pt x="1847" y="310928"/>
                </a:lnTo>
                <a:lnTo>
                  <a:pt x="0" y="329606"/>
                </a:lnTo>
                <a:lnTo>
                  <a:pt x="0" y="773696"/>
                </a:lnTo>
                <a:lnTo>
                  <a:pt x="27974" y="841100"/>
                </a:lnTo>
                <a:lnTo>
                  <a:pt x="95504" y="869022"/>
                </a:lnTo>
                <a:lnTo>
                  <a:pt x="2064229" y="869022"/>
                </a:lnTo>
                <a:lnTo>
                  <a:pt x="2082931" y="867178"/>
                </a:lnTo>
                <a:lnTo>
                  <a:pt x="2131728" y="841135"/>
                </a:lnTo>
                <a:lnTo>
                  <a:pt x="2366456" y="606830"/>
                </a:lnTo>
                <a:lnTo>
                  <a:pt x="2392580" y="558118"/>
                </a:lnTo>
                <a:lnTo>
                  <a:pt x="2394428" y="539439"/>
                </a:lnTo>
                <a:lnTo>
                  <a:pt x="2394428" y="95296"/>
                </a:lnTo>
                <a:lnTo>
                  <a:pt x="2386929" y="58192"/>
                </a:lnTo>
                <a:lnTo>
                  <a:pt x="2366475" y="27902"/>
                </a:lnTo>
                <a:lnTo>
                  <a:pt x="2336129" y="7485"/>
                </a:lnTo>
                <a:lnTo>
                  <a:pt x="2298956" y="0"/>
                </a:lnTo>
                <a:close/>
              </a:path>
            </a:pathLst>
          </a:custGeom>
          <a:solidFill>
            <a:srgbClr val="0F2A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25529" y="3400029"/>
            <a:ext cx="180702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000" spc="-10" dirty="0">
                <a:solidFill>
                  <a:srgbClr val="FFFFFF"/>
                </a:solidFill>
                <a:latin typeface="Ubuntu Medium" panose="020B0604030602030204" pitchFamily="34" charset="0"/>
                <a:cs typeface="Microsoft Sans Serif"/>
              </a:rPr>
              <a:t>Visión</a:t>
            </a:r>
            <a:endParaRPr sz="4000" dirty="0">
              <a:latin typeface="Ubuntu Medium" panose="020B0604030602030204" pitchFamily="34" charset="0"/>
              <a:cs typeface="Microsoft Sans Serif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1528" y="4652011"/>
            <a:ext cx="2394585" cy="869315"/>
          </a:xfrm>
          <a:custGeom>
            <a:avLst/>
            <a:gdLst/>
            <a:ahLst/>
            <a:cxnLst/>
            <a:rect l="l" t="t" r="r" b="b"/>
            <a:pathLst>
              <a:path w="2394585" h="869314">
                <a:moveTo>
                  <a:pt x="2298956" y="0"/>
                </a:moveTo>
                <a:lnTo>
                  <a:pt x="330247" y="0"/>
                </a:lnTo>
                <a:lnTo>
                  <a:pt x="311534" y="1843"/>
                </a:lnTo>
                <a:lnTo>
                  <a:pt x="262740" y="27845"/>
                </a:lnTo>
                <a:lnTo>
                  <a:pt x="27938" y="262223"/>
                </a:lnTo>
                <a:lnTo>
                  <a:pt x="1847" y="310928"/>
                </a:lnTo>
                <a:lnTo>
                  <a:pt x="0" y="329606"/>
                </a:lnTo>
                <a:lnTo>
                  <a:pt x="0" y="773696"/>
                </a:lnTo>
                <a:lnTo>
                  <a:pt x="7505" y="810799"/>
                </a:lnTo>
                <a:lnTo>
                  <a:pt x="27974" y="841100"/>
                </a:lnTo>
                <a:lnTo>
                  <a:pt x="58331" y="861530"/>
                </a:lnTo>
                <a:lnTo>
                  <a:pt x="95504" y="869022"/>
                </a:lnTo>
                <a:lnTo>
                  <a:pt x="2064229" y="869022"/>
                </a:lnTo>
                <a:lnTo>
                  <a:pt x="2117173" y="853032"/>
                </a:lnTo>
                <a:lnTo>
                  <a:pt x="2366456" y="606829"/>
                </a:lnTo>
                <a:lnTo>
                  <a:pt x="2392580" y="558117"/>
                </a:lnTo>
                <a:lnTo>
                  <a:pt x="2394428" y="539439"/>
                </a:lnTo>
                <a:lnTo>
                  <a:pt x="2394428" y="95296"/>
                </a:lnTo>
                <a:lnTo>
                  <a:pt x="2386929" y="58191"/>
                </a:lnTo>
                <a:lnTo>
                  <a:pt x="2366475" y="27902"/>
                </a:lnTo>
                <a:lnTo>
                  <a:pt x="2336129" y="7485"/>
                </a:lnTo>
                <a:lnTo>
                  <a:pt x="2298956" y="0"/>
                </a:lnTo>
                <a:close/>
              </a:path>
            </a:pathLst>
          </a:custGeom>
          <a:solidFill>
            <a:srgbClr val="0064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99813" y="4768423"/>
            <a:ext cx="1854386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sz="4000" spc="-10" dirty="0">
                <a:solidFill>
                  <a:srgbClr val="FFFFFF"/>
                </a:solidFill>
                <a:latin typeface="Ubuntu Medium" panose="020B0604030602030204" pitchFamily="34" charset="0"/>
                <a:cs typeface="Microsoft Sans Serif"/>
              </a:rPr>
              <a:t>Valores</a:t>
            </a:r>
            <a:endParaRPr sz="4000" dirty="0">
              <a:latin typeface="Ubuntu Medium" panose="020B0604030602030204" pitchFamily="34" charset="0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51929" y="4845339"/>
            <a:ext cx="4761865" cy="43479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lang="es-CL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Calidad, Compromiso, Respeto, Transparencia y Colaboración </a:t>
            </a:r>
            <a:endParaRPr sz="1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DA7DAC75-731C-EABE-2FFD-A0ADA5038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83824" y="1755371"/>
            <a:ext cx="3925203" cy="3918334"/>
          </a:xfrm>
        </p:spPr>
        <p:txBody>
          <a:bodyPr/>
          <a:lstStyle/>
          <a:p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4EE31D3-C563-3D5E-69CE-60A2241F29EB}"/>
              </a:ext>
            </a:extLst>
          </p:cNvPr>
          <p:cNvSpPr txBox="1"/>
          <p:nvPr/>
        </p:nvSpPr>
        <p:spPr>
          <a:xfrm>
            <a:off x="3047281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B4B9B50-57ED-62DC-AD9A-C60D61F91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926" y="1593130"/>
            <a:ext cx="4091710" cy="41566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CFE9A-3929-4857-058A-7E4D85311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Marcador de posición de imagen 26">
            <a:extLst>
              <a:ext uri="{FF2B5EF4-FFF2-40B4-BE49-F238E27FC236}">
                <a16:creationId xmlns:a16="http://schemas.microsoft.com/office/drawing/2014/main" id="{25FF33D3-CB6D-7B32-3F2A-7F6F12E8238A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" r="3350"/>
          <a:stretch>
            <a:fillRect/>
          </a:stretch>
        </p:blipFill>
        <p:spPr>
          <a:xfrm>
            <a:off x="0" y="-76200"/>
            <a:ext cx="12268200" cy="6934200"/>
          </a:xfrm>
          <a:custGeom>
            <a:avLst/>
            <a:gdLst>
              <a:gd name="csX0" fmla="*/ 0 w 12268200"/>
              <a:gd name="csY0" fmla="*/ 0 h 6934200"/>
              <a:gd name="csX1" fmla="*/ 12268200 w 12268200"/>
              <a:gd name="csY1" fmla="*/ 0 h 6934200"/>
              <a:gd name="csX2" fmla="*/ 12268200 w 12268200"/>
              <a:gd name="csY2" fmla="*/ 6934200 h 6934200"/>
              <a:gd name="csX3" fmla="*/ 0 w 12268200"/>
              <a:gd name="csY3" fmla="*/ 6934200 h 6934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268200" h="6934200">
                <a:moveTo>
                  <a:pt x="0" y="0"/>
                </a:moveTo>
                <a:lnTo>
                  <a:pt x="12268200" y="0"/>
                </a:lnTo>
                <a:lnTo>
                  <a:pt x="12268200" y="6934200"/>
                </a:lnTo>
                <a:lnTo>
                  <a:pt x="0" y="6934200"/>
                </a:lnTo>
                <a:close/>
              </a:path>
            </a:pathLst>
          </a:cu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4421321E-33E4-4589-01BF-A090DBA54D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14300"/>
            <a:ext cx="12496800" cy="7010400"/>
          </a:xfrm>
          <a:prstGeom prst="rect">
            <a:avLst/>
          </a:prstGeom>
          <a:solidFill>
            <a:srgbClr val="102A8B">
              <a:alpha val="69000"/>
            </a:srgbClr>
          </a:solidFill>
          <a:ln w="9924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r>
              <a:rPr lang="es-MX" dirty="0"/>
              <a:t>z</a:t>
            </a:r>
            <a:endParaRPr lang="es-CL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8EBBE73-9987-37BC-2C7A-A537ABF98B1C}"/>
              </a:ext>
            </a:extLst>
          </p:cNvPr>
          <p:cNvSpPr txBox="1"/>
          <p:nvPr/>
        </p:nvSpPr>
        <p:spPr>
          <a:xfrm>
            <a:off x="685800" y="4343400"/>
            <a:ext cx="7315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Vinculación</a:t>
            </a:r>
            <a:br>
              <a:rPr lang="es-MX" sz="4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MX" sz="4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con el Medio AIEP</a:t>
            </a:r>
            <a:endParaRPr lang="es-CL" sz="4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9DDDFB00-FF34-6C7B-37AB-729D1C8372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62000" y="1277600"/>
            <a:ext cx="8763000" cy="8763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4A00049A-509D-E876-0157-1BDC596988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5219700"/>
            <a:ext cx="900770" cy="43940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B3A71F06-0DA4-5181-C6E1-5DC6662A07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0" y="304800"/>
            <a:ext cx="2257425" cy="1638300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479E978C-1258-E8EC-B2BF-AA630F9BC2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17142" y="4495175"/>
            <a:ext cx="5524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87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228600" y="3048000"/>
            <a:ext cx="6629400" cy="2680221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 algn="just">
              <a:spcBef>
                <a:spcPts val="740"/>
              </a:spcBef>
              <a:tabLst>
                <a:tab pos="1508760" algn="l"/>
              </a:tabLst>
            </a:pPr>
            <a:r>
              <a:rPr lang="es-MX" sz="2800" dirty="0">
                <a:solidFill>
                  <a:srgbClr val="FFFFFF"/>
                </a:solidFill>
                <a:latin typeface="Ubuntu" panose="020B0504030602030204" pitchFamily="34" charset="0"/>
                <a:cs typeface="Microsoft Sans Serif"/>
              </a:rPr>
              <a:t>AIEP entiende la vinculación con el medio como una función transversal que promueve y contribuye a la interacción permanente con los actores públicos, privados y sociales a nivel local, regional y/o internacional.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47DB07B-F556-9E02-0A66-A72EEE1FC5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17142" y="837575"/>
            <a:ext cx="552450" cy="5715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3D88CFC-FF64-1F8E-CA77-A198B91FC1BB}"/>
              </a:ext>
            </a:extLst>
          </p:cNvPr>
          <p:cNvSpPr txBox="1"/>
          <p:nvPr/>
        </p:nvSpPr>
        <p:spPr>
          <a:xfrm>
            <a:off x="685800" y="837575"/>
            <a:ext cx="579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Vinculación</a:t>
            </a:r>
            <a:br>
              <a:rPr lang="es-MX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MX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con el Medio AIEP</a:t>
            </a:r>
            <a:endParaRPr lang="es-CL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2DDA554D-CAFD-A717-8668-91EE4ADE71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494263"/>
            <a:ext cx="685800" cy="334537"/>
          </a:xfrm>
          <a:prstGeom prst="rect">
            <a:avLst/>
          </a:prstGeom>
        </p:spPr>
      </p:pic>
      <p:pic>
        <p:nvPicPr>
          <p:cNvPr id="14" name="Marcador de posición de imagen 13">
            <a:extLst>
              <a:ext uri="{FF2B5EF4-FFF2-40B4-BE49-F238E27FC236}">
                <a16:creationId xmlns:a16="http://schemas.microsoft.com/office/drawing/2014/main" id="{E12A9B48-6DAB-0C07-3CE8-85DC36319D5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9" r="16069"/>
          <a:stretch>
            <a:fillRect/>
          </a:stretch>
        </p:blipFill>
        <p:spPr>
          <a:xfrm>
            <a:off x="7010400" y="865296"/>
            <a:ext cx="5254964" cy="6068905"/>
          </a:xfrm>
          <a:custGeom>
            <a:avLst/>
            <a:gdLst>
              <a:gd name="csX0" fmla="*/ 735916 w 5955051"/>
              <a:gd name="csY0" fmla="*/ 0 h 6068905"/>
              <a:gd name="csX1" fmla="*/ 3476545 w 5955051"/>
              <a:gd name="csY1" fmla="*/ 0 h 6068905"/>
              <a:gd name="csX2" fmla="*/ 3996966 w 5955051"/>
              <a:gd name="csY2" fmla="*/ 215495 h 6068905"/>
              <a:gd name="csX3" fmla="*/ 5955051 w 5955051"/>
              <a:gd name="csY3" fmla="*/ 2173704 h 6068905"/>
              <a:gd name="csX4" fmla="*/ 5955051 w 5955051"/>
              <a:gd name="csY4" fmla="*/ 6068905 h 6068905"/>
              <a:gd name="csX5" fmla="*/ 2287434 w 5955051"/>
              <a:gd name="csY5" fmla="*/ 6068905 h 6068905"/>
              <a:gd name="csX6" fmla="*/ 215495 w 5955051"/>
              <a:gd name="csY6" fmla="*/ 3996966 h 6068905"/>
              <a:gd name="csX7" fmla="*/ 0 w 5955051"/>
              <a:gd name="csY7" fmla="*/ 3476545 h 6068905"/>
              <a:gd name="csX8" fmla="*/ 0 w 5955051"/>
              <a:gd name="csY8" fmla="*/ 735916 h 6068905"/>
              <a:gd name="csX9" fmla="*/ 735916 w 5955051"/>
              <a:gd name="csY9" fmla="*/ 0 h 60689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955051" h="6068905">
                <a:moveTo>
                  <a:pt x="735916" y="0"/>
                </a:moveTo>
                <a:lnTo>
                  <a:pt x="3476545" y="0"/>
                </a:lnTo>
                <a:cubicBezTo>
                  <a:pt x="3671811" y="0"/>
                  <a:pt x="3858935" y="77465"/>
                  <a:pt x="3996966" y="215495"/>
                </a:cubicBezTo>
                <a:lnTo>
                  <a:pt x="5955051" y="2173704"/>
                </a:lnTo>
                <a:lnTo>
                  <a:pt x="5955051" y="6068905"/>
                </a:lnTo>
                <a:lnTo>
                  <a:pt x="2287434" y="6068905"/>
                </a:lnTo>
                <a:lnTo>
                  <a:pt x="215495" y="3996966"/>
                </a:lnTo>
                <a:cubicBezTo>
                  <a:pt x="77588" y="3858936"/>
                  <a:pt x="0" y="3671688"/>
                  <a:pt x="0" y="3476545"/>
                </a:cubicBezTo>
                <a:lnTo>
                  <a:pt x="0" y="735916"/>
                </a:lnTo>
                <a:cubicBezTo>
                  <a:pt x="0" y="329472"/>
                  <a:pt x="329472" y="0"/>
                  <a:pt x="735916" y="0"/>
                </a:cubicBezTo>
                <a:close/>
              </a:path>
            </a:pathLst>
          </a:custGeom>
          <a:solidFill>
            <a:srgbClr val="AA0000"/>
          </a:solidFill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A6E6BBB-B1D8-5488-0AFF-28ACB3B99044}"/>
              </a:ext>
            </a:extLst>
          </p:cNvPr>
          <p:cNvSpPr txBox="1"/>
          <p:nvPr/>
        </p:nvSpPr>
        <p:spPr>
          <a:xfrm>
            <a:off x="2992582" y="3299752"/>
            <a:ext cx="6206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L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7992E0F0-BD59-14D0-6D99-1480AB8B5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28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AF25093-507E-4BE3-9D6B-1AFFCCA38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8417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grpSp>
        <p:nvGrpSpPr>
          <p:cNvPr id="2057" name="Grupo 2056">
            <a:extLst>
              <a:ext uri="{FF2B5EF4-FFF2-40B4-BE49-F238E27FC236}">
                <a16:creationId xmlns:a16="http://schemas.microsoft.com/office/drawing/2014/main" id="{315201E5-FF74-0BE4-2AE7-58231363F00F}"/>
              </a:ext>
            </a:extLst>
          </p:cNvPr>
          <p:cNvGrpSpPr/>
          <p:nvPr/>
        </p:nvGrpSpPr>
        <p:grpSpPr>
          <a:xfrm>
            <a:off x="3253711" y="228600"/>
            <a:ext cx="6957406" cy="359518"/>
            <a:chOff x="1252537" y="96529"/>
            <a:chExt cx="6097620" cy="435621"/>
          </a:xfrm>
        </p:grpSpPr>
        <p:sp>
          <p:nvSpPr>
            <p:cNvPr id="2084" name="CuadroTexto 2083">
              <a:extLst>
                <a:ext uri="{FF2B5EF4-FFF2-40B4-BE49-F238E27FC236}">
                  <a16:creationId xmlns:a16="http://schemas.microsoft.com/office/drawing/2014/main" id="{34BD51C6-1B71-979E-4237-0F5161D2DDA1}"/>
                </a:ext>
              </a:extLst>
            </p:cNvPr>
            <p:cNvSpPr txBox="1"/>
            <p:nvPr/>
          </p:nvSpPr>
          <p:spPr>
            <a:xfrm>
              <a:off x="2898993" y="96529"/>
              <a:ext cx="4451164" cy="4349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02A8A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Vinculación con el Medio</a:t>
              </a:r>
            </a:p>
          </p:txBody>
        </p:sp>
        <p:grpSp>
          <p:nvGrpSpPr>
            <p:cNvPr id="2085" name="Grupo 2084">
              <a:extLst>
                <a:ext uri="{FF2B5EF4-FFF2-40B4-BE49-F238E27FC236}">
                  <a16:creationId xmlns:a16="http://schemas.microsoft.com/office/drawing/2014/main" id="{C364B841-5652-D716-CD6B-8C935F020462}"/>
                </a:ext>
              </a:extLst>
            </p:cNvPr>
            <p:cNvGrpSpPr/>
            <p:nvPr/>
          </p:nvGrpSpPr>
          <p:grpSpPr>
            <a:xfrm>
              <a:off x="1252537" y="122575"/>
              <a:ext cx="1626204" cy="409575"/>
              <a:chOff x="2349817" y="3019425"/>
              <a:chExt cx="1626204" cy="409575"/>
            </a:xfrm>
          </p:grpSpPr>
          <p:pic>
            <p:nvPicPr>
              <p:cNvPr id="2086" name="Gráfico 2085">
                <a:extLst>
                  <a:ext uri="{FF2B5EF4-FFF2-40B4-BE49-F238E27FC236}">
                    <a16:creationId xmlns:a16="http://schemas.microsoft.com/office/drawing/2014/main" id="{3183ADE5-D76E-0EA8-AA7E-84E72EB0A3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349817" y="3019425"/>
                <a:ext cx="1626204" cy="409575"/>
              </a:xfrm>
              <a:prstGeom prst="rect">
                <a:avLst/>
              </a:prstGeom>
            </p:spPr>
          </p:pic>
          <p:sp>
            <p:nvSpPr>
              <p:cNvPr id="2087" name="CuadroTexto 2086">
                <a:extLst>
                  <a:ext uri="{FF2B5EF4-FFF2-40B4-BE49-F238E27FC236}">
                    <a16:creationId xmlns:a16="http://schemas.microsoft.com/office/drawing/2014/main" id="{E2C68C03-176F-62F2-AD75-30A15D667639}"/>
                  </a:ext>
                </a:extLst>
              </p:cNvPr>
              <p:cNvSpPr txBox="1"/>
              <p:nvPr/>
            </p:nvSpPr>
            <p:spPr>
              <a:xfrm>
                <a:off x="2507229" y="3054935"/>
                <a:ext cx="133163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CL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Modelo de</a:t>
                </a:r>
              </a:p>
            </p:txBody>
          </p:sp>
        </p:grpSp>
      </p:grpSp>
      <p:sp>
        <p:nvSpPr>
          <p:cNvPr id="2058" name="Título 6">
            <a:extLst>
              <a:ext uri="{FF2B5EF4-FFF2-40B4-BE49-F238E27FC236}">
                <a16:creationId xmlns:a16="http://schemas.microsoft.com/office/drawing/2014/main" id="{9C54D1E9-7713-DB04-B4E4-18AF637B0DC9}"/>
              </a:ext>
            </a:extLst>
          </p:cNvPr>
          <p:cNvSpPr txBox="1">
            <a:spLocks/>
          </p:cNvSpPr>
          <p:nvPr/>
        </p:nvSpPr>
        <p:spPr>
          <a:xfrm>
            <a:off x="228602" y="863469"/>
            <a:ext cx="3224431" cy="607612"/>
          </a:xfrm>
          <a:prstGeom prst="roundRect">
            <a:avLst>
              <a:gd name="adj" fmla="val 12632"/>
            </a:avLst>
          </a:prstGeom>
          <a:solidFill>
            <a:srgbClr val="AA0000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Funciones misionales</a:t>
            </a:r>
          </a:p>
        </p:txBody>
      </p:sp>
      <p:sp>
        <p:nvSpPr>
          <p:cNvPr id="2059" name="Título 6">
            <a:extLst>
              <a:ext uri="{FF2B5EF4-FFF2-40B4-BE49-F238E27FC236}">
                <a16:creationId xmlns:a16="http://schemas.microsoft.com/office/drawing/2014/main" id="{84020C38-76B9-DDE4-6BF3-EBBE0F3269F3}"/>
              </a:ext>
            </a:extLst>
          </p:cNvPr>
          <p:cNvSpPr txBox="1">
            <a:spLocks/>
          </p:cNvSpPr>
          <p:nvPr/>
        </p:nvSpPr>
        <p:spPr>
          <a:xfrm>
            <a:off x="3578626" y="863470"/>
            <a:ext cx="8372416" cy="275594"/>
          </a:xfrm>
          <a:prstGeom prst="roundRect">
            <a:avLst>
              <a:gd name="adj" fmla="val 21374"/>
            </a:avLst>
          </a:prstGeom>
          <a:solidFill>
            <a:sysClr val="window" lastClr="FFFFFF"/>
          </a:solidFill>
          <a:ln w="19050">
            <a:solidFill>
              <a:srgbClr val="AA0000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Docencia</a:t>
            </a:r>
          </a:p>
        </p:txBody>
      </p:sp>
      <p:sp>
        <p:nvSpPr>
          <p:cNvPr id="2060" name="Título 6">
            <a:extLst>
              <a:ext uri="{FF2B5EF4-FFF2-40B4-BE49-F238E27FC236}">
                <a16:creationId xmlns:a16="http://schemas.microsoft.com/office/drawing/2014/main" id="{8ACC8608-9068-5964-F22B-DA97454DF174}"/>
              </a:ext>
            </a:extLst>
          </p:cNvPr>
          <p:cNvSpPr txBox="1">
            <a:spLocks/>
          </p:cNvSpPr>
          <p:nvPr/>
        </p:nvSpPr>
        <p:spPr>
          <a:xfrm>
            <a:off x="3578625" y="1195487"/>
            <a:ext cx="8372416" cy="275594"/>
          </a:xfrm>
          <a:prstGeom prst="roundRect">
            <a:avLst>
              <a:gd name="adj" fmla="val 21374"/>
            </a:avLst>
          </a:prstGeom>
          <a:solidFill>
            <a:sysClr val="window" lastClr="FFFFFF"/>
          </a:solidFill>
          <a:ln w="19050">
            <a:solidFill>
              <a:srgbClr val="AA0000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Innovación</a:t>
            </a:r>
          </a:p>
        </p:txBody>
      </p:sp>
      <p:sp>
        <p:nvSpPr>
          <p:cNvPr id="2061" name="Título 6">
            <a:extLst>
              <a:ext uri="{FF2B5EF4-FFF2-40B4-BE49-F238E27FC236}">
                <a16:creationId xmlns:a16="http://schemas.microsoft.com/office/drawing/2014/main" id="{80B2E914-4519-2B95-598A-BF11518999A2}"/>
              </a:ext>
            </a:extLst>
          </p:cNvPr>
          <p:cNvSpPr txBox="1">
            <a:spLocks/>
          </p:cNvSpPr>
          <p:nvPr/>
        </p:nvSpPr>
        <p:spPr>
          <a:xfrm>
            <a:off x="228601" y="1570958"/>
            <a:ext cx="3224431" cy="607612"/>
          </a:xfrm>
          <a:prstGeom prst="roundRect">
            <a:avLst>
              <a:gd name="adj" fmla="val 12632"/>
            </a:avLst>
          </a:prstGeom>
          <a:solidFill>
            <a:srgbClr val="102A8A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Contribución interna</a:t>
            </a:r>
          </a:p>
        </p:txBody>
      </p:sp>
      <p:sp>
        <p:nvSpPr>
          <p:cNvPr id="2062" name="Título 6">
            <a:extLst>
              <a:ext uri="{FF2B5EF4-FFF2-40B4-BE49-F238E27FC236}">
                <a16:creationId xmlns:a16="http://schemas.microsoft.com/office/drawing/2014/main" id="{3FAC61DF-6A3E-2E36-12EE-8730D784C8B7}"/>
              </a:ext>
            </a:extLst>
          </p:cNvPr>
          <p:cNvSpPr txBox="1">
            <a:spLocks/>
          </p:cNvSpPr>
          <p:nvPr/>
        </p:nvSpPr>
        <p:spPr>
          <a:xfrm>
            <a:off x="228600" y="2278446"/>
            <a:ext cx="3224431" cy="607612"/>
          </a:xfrm>
          <a:prstGeom prst="roundRect">
            <a:avLst>
              <a:gd name="adj" fmla="val 12632"/>
            </a:avLst>
          </a:prstGeom>
          <a:solidFill>
            <a:srgbClr val="0E2841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Ámbito</a:t>
            </a:r>
          </a:p>
        </p:txBody>
      </p:sp>
      <p:sp>
        <p:nvSpPr>
          <p:cNvPr id="2063" name="Título 6">
            <a:extLst>
              <a:ext uri="{FF2B5EF4-FFF2-40B4-BE49-F238E27FC236}">
                <a16:creationId xmlns:a16="http://schemas.microsoft.com/office/drawing/2014/main" id="{C726BD4B-B669-CFE2-D10C-C9F11FEEA9DB}"/>
              </a:ext>
            </a:extLst>
          </p:cNvPr>
          <p:cNvSpPr txBox="1">
            <a:spLocks/>
          </p:cNvSpPr>
          <p:nvPr/>
        </p:nvSpPr>
        <p:spPr>
          <a:xfrm>
            <a:off x="228602" y="2985935"/>
            <a:ext cx="3224431" cy="607612"/>
          </a:xfrm>
          <a:prstGeom prst="roundRect">
            <a:avLst>
              <a:gd name="adj" fmla="val 12632"/>
            </a:avLst>
          </a:prstGeom>
          <a:solidFill>
            <a:srgbClr val="0065DC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Mecanismos de Vinculación</a:t>
            </a:r>
          </a:p>
        </p:txBody>
      </p:sp>
      <p:sp>
        <p:nvSpPr>
          <p:cNvPr id="2064" name="Título 6">
            <a:extLst>
              <a:ext uri="{FF2B5EF4-FFF2-40B4-BE49-F238E27FC236}">
                <a16:creationId xmlns:a16="http://schemas.microsoft.com/office/drawing/2014/main" id="{C8B8417E-DA6A-1872-B719-B1E8D93EA697}"/>
              </a:ext>
            </a:extLst>
          </p:cNvPr>
          <p:cNvSpPr txBox="1">
            <a:spLocks/>
          </p:cNvSpPr>
          <p:nvPr/>
        </p:nvSpPr>
        <p:spPr>
          <a:xfrm>
            <a:off x="228601" y="3693424"/>
            <a:ext cx="3224431" cy="607612"/>
          </a:xfrm>
          <a:prstGeom prst="roundRect">
            <a:avLst>
              <a:gd name="adj" fmla="val 12632"/>
            </a:avLst>
          </a:prstGeom>
          <a:solidFill>
            <a:srgbClr val="0E2841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Grupos de interés</a:t>
            </a:r>
          </a:p>
        </p:txBody>
      </p:sp>
      <p:sp>
        <p:nvSpPr>
          <p:cNvPr id="2065" name="Título 6">
            <a:extLst>
              <a:ext uri="{FF2B5EF4-FFF2-40B4-BE49-F238E27FC236}">
                <a16:creationId xmlns:a16="http://schemas.microsoft.com/office/drawing/2014/main" id="{1E5D0BD2-D9CD-81E2-5071-482D1C2EA65C}"/>
              </a:ext>
            </a:extLst>
          </p:cNvPr>
          <p:cNvSpPr txBox="1">
            <a:spLocks/>
          </p:cNvSpPr>
          <p:nvPr/>
        </p:nvSpPr>
        <p:spPr>
          <a:xfrm>
            <a:off x="228600" y="4400912"/>
            <a:ext cx="3224431" cy="607612"/>
          </a:xfrm>
          <a:prstGeom prst="roundRect">
            <a:avLst>
              <a:gd name="adj" fmla="val 12632"/>
            </a:avLst>
          </a:prstGeom>
          <a:solidFill>
            <a:srgbClr val="102A8A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Contribución externa</a:t>
            </a:r>
          </a:p>
        </p:txBody>
      </p:sp>
      <p:sp>
        <p:nvSpPr>
          <p:cNvPr id="2066" name="Título 6">
            <a:extLst>
              <a:ext uri="{FF2B5EF4-FFF2-40B4-BE49-F238E27FC236}">
                <a16:creationId xmlns:a16="http://schemas.microsoft.com/office/drawing/2014/main" id="{56E7398F-D895-F755-5E94-88A8D364D15E}"/>
              </a:ext>
            </a:extLst>
          </p:cNvPr>
          <p:cNvSpPr txBox="1">
            <a:spLocks/>
          </p:cNvSpPr>
          <p:nvPr/>
        </p:nvSpPr>
        <p:spPr>
          <a:xfrm>
            <a:off x="3590984" y="3693424"/>
            <a:ext cx="4099461" cy="275594"/>
          </a:xfrm>
          <a:prstGeom prst="roundRect">
            <a:avLst>
              <a:gd name="adj" fmla="val 21374"/>
            </a:avLst>
          </a:prstGeom>
          <a:solidFill>
            <a:sysClr val="window" lastClr="FFFFFF"/>
          </a:solidFill>
          <a:ln w="19050">
            <a:solidFill>
              <a:srgbClr val="0E284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Municipalidades y organismos públicos</a:t>
            </a:r>
          </a:p>
        </p:txBody>
      </p:sp>
      <p:sp>
        <p:nvSpPr>
          <p:cNvPr id="2067" name="Título 6">
            <a:extLst>
              <a:ext uri="{FF2B5EF4-FFF2-40B4-BE49-F238E27FC236}">
                <a16:creationId xmlns:a16="http://schemas.microsoft.com/office/drawing/2014/main" id="{7E3E7E59-901D-9E41-22AE-BDB260B52CCF}"/>
              </a:ext>
            </a:extLst>
          </p:cNvPr>
          <p:cNvSpPr txBox="1">
            <a:spLocks/>
          </p:cNvSpPr>
          <p:nvPr/>
        </p:nvSpPr>
        <p:spPr>
          <a:xfrm>
            <a:off x="3590983" y="4025440"/>
            <a:ext cx="4099461" cy="275594"/>
          </a:xfrm>
          <a:prstGeom prst="roundRect">
            <a:avLst>
              <a:gd name="adj" fmla="val 21374"/>
            </a:avLst>
          </a:prstGeom>
          <a:solidFill>
            <a:sysClr val="window" lastClr="FFFFFF"/>
          </a:solidFill>
          <a:ln w="19050">
            <a:solidFill>
              <a:srgbClr val="0E284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Sector productivo y de servicios</a:t>
            </a:r>
          </a:p>
        </p:txBody>
      </p:sp>
      <p:sp>
        <p:nvSpPr>
          <p:cNvPr id="2068" name="Título 6">
            <a:extLst>
              <a:ext uri="{FF2B5EF4-FFF2-40B4-BE49-F238E27FC236}">
                <a16:creationId xmlns:a16="http://schemas.microsoft.com/office/drawing/2014/main" id="{E064FB3F-498A-5BE2-B1CA-99F39C1EC624}"/>
              </a:ext>
            </a:extLst>
          </p:cNvPr>
          <p:cNvSpPr txBox="1">
            <a:spLocks/>
          </p:cNvSpPr>
          <p:nvPr/>
        </p:nvSpPr>
        <p:spPr>
          <a:xfrm>
            <a:off x="7851581" y="3693424"/>
            <a:ext cx="4099461" cy="275594"/>
          </a:xfrm>
          <a:prstGeom prst="roundRect">
            <a:avLst>
              <a:gd name="adj" fmla="val 21374"/>
            </a:avLst>
          </a:prstGeom>
          <a:solidFill>
            <a:sysClr val="window" lastClr="FFFFFF"/>
          </a:solidFill>
          <a:ln w="19050">
            <a:solidFill>
              <a:srgbClr val="0E284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+mj-cs"/>
              </a:rPr>
              <a:t>Organizaciones sociales e instituciones educativas</a:t>
            </a:r>
          </a:p>
        </p:txBody>
      </p:sp>
      <p:sp>
        <p:nvSpPr>
          <p:cNvPr id="2069" name="Título 6">
            <a:extLst>
              <a:ext uri="{FF2B5EF4-FFF2-40B4-BE49-F238E27FC236}">
                <a16:creationId xmlns:a16="http://schemas.microsoft.com/office/drawing/2014/main" id="{31622200-F7B2-0BEB-AE0B-64563E8D5264}"/>
              </a:ext>
            </a:extLst>
          </p:cNvPr>
          <p:cNvSpPr txBox="1">
            <a:spLocks/>
          </p:cNvSpPr>
          <p:nvPr/>
        </p:nvSpPr>
        <p:spPr>
          <a:xfrm>
            <a:off x="7851581" y="4025440"/>
            <a:ext cx="4099461" cy="275594"/>
          </a:xfrm>
          <a:prstGeom prst="roundRect">
            <a:avLst>
              <a:gd name="adj" fmla="val 21374"/>
            </a:avLst>
          </a:prstGeom>
          <a:solidFill>
            <a:sysClr val="window" lastClr="FFFFFF"/>
          </a:solidFill>
          <a:ln w="19050">
            <a:solidFill>
              <a:srgbClr val="0E284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+mj-cs"/>
              </a:rPr>
              <a:t>Titulados/as y empleadores/as</a:t>
            </a:r>
          </a:p>
        </p:txBody>
      </p:sp>
      <p:sp>
        <p:nvSpPr>
          <p:cNvPr id="2070" name="Título 6">
            <a:extLst>
              <a:ext uri="{FF2B5EF4-FFF2-40B4-BE49-F238E27FC236}">
                <a16:creationId xmlns:a16="http://schemas.microsoft.com/office/drawing/2014/main" id="{492F5F64-A96F-8FEB-5BB9-5FB9CF34E728}"/>
              </a:ext>
            </a:extLst>
          </p:cNvPr>
          <p:cNvSpPr txBox="1">
            <a:spLocks/>
          </p:cNvSpPr>
          <p:nvPr/>
        </p:nvSpPr>
        <p:spPr>
          <a:xfrm>
            <a:off x="3578625" y="1570958"/>
            <a:ext cx="2018798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102A8A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Apoyar al logro del perfil de egreso</a:t>
            </a:r>
          </a:p>
        </p:txBody>
      </p:sp>
      <p:sp>
        <p:nvSpPr>
          <p:cNvPr id="2071" name="Título 6">
            <a:extLst>
              <a:ext uri="{FF2B5EF4-FFF2-40B4-BE49-F238E27FC236}">
                <a16:creationId xmlns:a16="http://schemas.microsoft.com/office/drawing/2014/main" id="{FA3A8485-A0E0-C094-A1B3-69034106550F}"/>
              </a:ext>
            </a:extLst>
          </p:cNvPr>
          <p:cNvSpPr txBox="1">
            <a:spLocks/>
          </p:cNvSpPr>
          <p:nvPr/>
        </p:nvSpPr>
        <p:spPr>
          <a:xfrm>
            <a:off x="5723016" y="1570957"/>
            <a:ext cx="2018798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102A8A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Afianzar el sello formativo</a:t>
            </a:r>
          </a:p>
        </p:txBody>
      </p:sp>
      <p:sp>
        <p:nvSpPr>
          <p:cNvPr id="2072" name="Título 6">
            <a:extLst>
              <a:ext uri="{FF2B5EF4-FFF2-40B4-BE49-F238E27FC236}">
                <a16:creationId xmlns:a16="http://schemas.microsoft.com/office/drawing/2014/main" id="{D802E53C-34C6-ACD5-D79B-075B3FFBC453}"/>
              </a:ext>
            </a:extLst>
          </p:cNvPr>
          <p:cNvSpPr txBox="1">
            <a:spLocks/>
          </p:cNvSpPr>
          <p:nvPr/>
        </p:nvSpPr>
        <p:spPr>
          <a:xfrm>
            <a:off x="7827630" y="1570957"/>
            <a:ext cx="2018798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102A8A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Aportar a la pertinencia de la oferta educativa</a:t>
            </a:r>
          </a:p>
        </p:txBody>
      </p:sp>
      <p:sp>
        <p:nvSpPr>
          <p:cNvPr id="2073" name="Título 6">
            <a:extLst>
              <a:ext uri="{FF2B5EF4-FFF2-40B4-BE49-F238E27FC236}">
                <a16:creationId xmlns:a16="http://schemas.microsoft.com/office/drawing/2014/main" id="{F03F50FE-AFB9-389C-99D5-36C12250F76B}"/>
              </a:ext>
            </a:extLst>
          </p:cNvPr>
          <p:cNvSpPr txBox="1">
            <a:spLocks/>
          </p:cNvSpPr>
          <p:nvPr/>
        </p:nvSpPr>
        <p:spPr>
          <a:xfrm>
            <a:off x="9932244" y="1570957"/>
            <a:ext cx="2018798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102A8A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8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Desarrollar iniciativas que aporten a la innovación, emprendimiento y a la creación de valor</a:t>
            </a:r>
          </a:p>
        </p:txBody>
      </p:sp>
      <p:sp>
        <p:nvSpPr>
          <p:cNvPr id="2074" name="Título 6">
            <a:extLst>
              <a:ext uri="{FF2B5EF4-FFF2-40B4-BE49-F238E27FC236}">
                <a16:creationId xmlns:a16="http://schemas.microsoft.com/office/drawing/2014/main" id="{0ADF15F9-DF48-47E3-1C83-197FD6529863}"/>
              </a:ext>
            </a:extLst>
          </p:cNvPr>
          <p:cNvSpPr txBox="1">
            <a:spLocks/>
          </p:cNvSpPr>
          <p:nvPr/>
        </p:nvSpPr>
        <p:spPr>
          <a:xfrm>
            <a:off x="3578625" y="2284035"/>
            <a:ext cx="2708087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0E284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Profesional</a:t>
            </a:r>
          </a:p>
        </p:txBody>
      </p:sp>
      <p:sp>
        <p:nvSpPr>
          <p:cNvPr id="2075" name="Título 6">
            <a:extLst>
              <a:ext uri="{FF2B5EF4-FFF2-40B4-BE49-F238E27FC236}">
                <a16:creationId xmlns:a16="http://schemas.microsoft.com/office/drawing/2014/main" id="{FEF58444-E776-7EAF-90FD-06E4B026CF8F}"/>
              </a:ext>
            </a:extLst>
          </p:cNvPr>
          <p:cNvSpPr txBox="1">
            <a:spLocks/>
          </p:cNvSpPr>
          <p:nvPr/>
        </p:nvSpPr>
        <p:spPr>
          <a:xfrm>
            <a:off x="6410790" y="2284034"/>
            <a:ext cx="2708087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0E284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Productivo</a:t>
            </a:r>
          </a:p>
        </p:txBody>
      </p:sp>
      <p:sp>
        <p:nvSpPr>
          <p:cNvPr id="2076" name="Título 6">
            <a:extLst>
              <a:ext uri="{FF2B5EF4-FFF2-40B4-BE49-F238E27FC236}">
                <a16:creationId xmlns:a16="http://schemas.microsoft.com/office/drawing/2014/main" id="{AC6D0003-944F-C5B9-DD20-FF3D0C41C8D8}"/>
              </a:ext>
            </a:extLst>
          </p:cNvPr>
          <p:cNvSpPr txBox="1">
            <a:spLocks/>
          </p:cNvSpPr>
          <p:nvPr/>
        </p:nvSpPr>
        <p:spPr>
          <a:xfrm>
            <a:off x="9242954" y="2284034"/>
            <a:ext cx="2708087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0E284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Social</a:t>
            </a:r>
          </a:p>
        </p:txBody>
      </p:sp>
      <p:sp>
        <p:nvSpPr>
          <p:cNvPr id="2077" name="Título 6">
            <a:extLst>
              <a:ext uri="{FF2B5EF4-FFF2-40B4-BE49-F238E27FC236}">
                <a16:creationId xmlns:a16="http://schemas.microsoft.com/office/drawing/2014/main" id="{E7089635-BE52-FA64-CC5F-54A4FA4CFEAB}"/>
              </a:ext>
            </a:extLst>
          </p:cNvPr>
          <p:cNvSpPr txBox="1">
            <a:spLocks/>
          </p:cNvSpPr>
          <p:nvPr/>
        </p:nvSpPr>
        <p:spPr>
          <a:xfrm>
            <a:off x="3578624" y="2980346"/>
            <a:ext cx="2018798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0065DC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50" b="1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Impulso laboral para la sociedad</a:t>
            </a:r>
          </a:p>
        </p:txBody>
      </p:sp>
      <p:sp>
        <p:nvSpPr>
          <p:cNvPr id="2078" name="Título 6">
            <a:extLst>
              <a:ext uri="{FF2B5EF4-FFF2-40B4-BE49-F238E27FC236}">
                <a16:creationId xmlns:a16="http://schemas.microsoft.com/office/drawing/2014/main" id="{4DE9EA69-56CF-7CF9-F18C-6EBBDD50B503}"/>
              </a:ext>
            </a:extLst>
          </p:cNvPr>
          <p:cNvSpPr txBox="1">
            <a:spLocks/>
          </p:cNvSpPr>
          <p:nvPr/>
        </p:nvSpPr>
        <p:spPr>
          <a:xfrm>
            <a:off x="5723015" y="2980345"/>
            <a:ext cx="2018798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0065DC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50" b="1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Innovación y Emprendimiento</a:t>
            </a:r>
          </a:p>
        </p:txBody>
      </p:sp>
      <p:sp>
        <p:nvSpPr>
          <p:cNvPr id="2079" name="Título 6">
            <a:extLst>
              <a:ext uri="{FF2B5EF4-FFF2-40B4-BE49-F238E27FC236}">
                <a16:creationId xmlns:a16="http://schemas.microsoft.com/office/drawing/2014/main" id="{F13F98CD-D977-307B-154C-0A2202E70D61}"/>
              </a:ext>
            </a:extLst>
          </p:cNvPr>
          <p:cNvSpPr txBox="1">
            <a:spLocks/>
          </p:cNvSpPr>
          <p:nvPr/>
        </p:nvSpPr>
        <p:spPr>
          <a:xfrm>
            <a:off x="7827629" y="2980345"/>
            <a:ext cx="2018798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0065DC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50" b="1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Apoyo a PYMES</a:t>
            </a:r>
          </a:p>
        </p:txBody>
      </p:sp>
      <p:sp>
        <p:nvSpPr>
          <p:cNvPr id="2080" name="Título 6">
            <a:extLst>
              <a:ext uri="{FF2B5EF4-FFF2-40B4-BE49-F238E27FC236}">
                <a16:creationId xmlns:a16="http://schemas.microsoft.com/office/drawing/2014/main" id="{9030EBB6-99D5-9489-65FD-F3B2A407FEFD}"/>
              </a:ext>
            </a:extLst>
          </p:cNvPr>
          <p:cNvSpPr txBox="1">
            <a:spLocks/>
          </p:cNvSpPr>
          <p:nvPr/>
        </p:nvSpPr>
        <p:spPr>
          <a:xfrm>
            <a:off x="9932243" y="2980345"/>
            <a:ext cx="2018798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0065DC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50" b="1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Compromiso comunitario</a:t>
            </a:r>
          </a:p>
        </p:txBody>
      </p:sp>
      <p:sp>
        <p:nvSpPr>
          <p:cNvPr id="2081" name="Título 6">
            <a:extLst>
              <a:ext uri="{FF2B5EF4-FFF2-40B4-BE49-F238E27FC236}">
                <a16:creationId xmlns:a16="http://schemas.microsoft.com/office/drawing/2014/main" id="{94F86578-B3F2-501E-31C5-427886A33832}"/>
              </a:ext>
            </a:extLst>
          </p:cNvPr>
          <p:cNvSpPr txBox="1">
            <a:spLocks/>
          </p:cNvSpPr>
          <p:nvPr/>
        </p:nvSpPr>
        <p:spPr>
          <a:xfrm>
            <a:off x="3590983" y="4406501"/>
            <a:ext cx="2708087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0065DC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Contribuir al desarrollo de las personas y comunidades</a:t>
            </a:r>
          </a:p>
        </p:txBody>
      </p:sp>
      <p:sp>
        <p:nvSpPr>
          <p:cNvPr id="2082" name="Título 6">
            <a:extLst>
              <a:ext uri="{FF2B5EF4-FFF2-40B4-BE49-F238E27FC236}">
                <a16:creationId xmlns:a16="http://schemas.microsoft.com/office/drawing/2014/main" id="{D4A04F7C-B892-358C-B420-E99725387DAE}"/>
              </a:ext>
            </a:extLst>
          </p:cNvPr>
          <p:cNvSpPr txBox="1">
            <a:spLocks/>
          </p:cNvSpPr>
          <p:nvPr/>
        </p:nvSpPr>
        <p:spPr>
          <a:xfrm>
            <a:off x="6423148" y="4406501"/>
            <a:ext cx="2708087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0065DC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Solucionar problemáticas del sector productivo y de servicios</a:t>
            </a:r>
          </a:p>
        </p:txBody>
      </p:sp>
      <p:sp>
        <p:nvSpPr>
          <p:cNvPr id="2083" name="Título 6">
            <a:extLst>
              <a:ext uri="{FF2B5EF4-FFF2-40B4-BE49-F238E27FC236}">
                <a16:creationId xmlns:a16="http://schemas.microsoft.com/office/drawing/2014/main" id="{BBAEBF10-1DF2-E663-E85D-68F06DF37C91}"/>
              </a:ext>
            </a:extLst>
          </p:cNvPr>
          <p:cNvSpPr txBox="1">
            <a:spLocks/>
          </p:cNvSpPr>
          <p:nvPr/>
        </p:nvSpPr>
        <p:spPr>
          <a:xfrm>
            <a:off x="9255313" y="4406501"/>
            <a:ext cx="2708087" cy="607612"/>
          </a:xfrm>
          <a:prstGeom prst="roundRect">
            <a:avLst>
              <a:gd name="adj" fmla="val 14905"/>
            </a:avLst>
          </a:prstGeom>
          <a:solidFill>
            <a:sysClr val="window" lastClr="FFFFFF"/>
          </a:solidFill>
          <a:ln w="19050">
            <a:solidFill>
              <a:srgbClr val="0065DC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900" b="0" i="0" u="none" strike="noStrike" kern="1200" cap="none" spc="0" normalizeH="0" baseline="0" noProof="0" dirty="0">
                <a:ln>
                  <a:noFill/>
                </a:ln>
                <a:solidFill>
                  <a:srgbClr val="182844"/>
                </a:solidFill>
                <a:effectLst/>
                <a:uLnTx/>
                <a:uFillTx/>
                <a:latin typeface="Verdana"/>
                <a:ea typeface="Verdana" panose="020B0604030504040204" pitchFamily="34" charset="0"/>
                <a:cs typeface="HEMTDL+Ubuntu"/>
              </a:rPr>
              <a:t>Desarrollar capital humano</a:t>
            </a:r>
          </a:p>
        </p:txBody>
      </p:sp>
      <p:sp>
        <p:nvSpPr>
          <p:cNvPr id="2090" name="Título 6">
            <a:extLst>
              <a:ext uri="{FF2B5EF4-FFF2-40B4-BE49-F238E27FC236}">
                <a16:creationId xmlns:a16="http://schemas.microsoft.com/office/drawing/2014/main" id="{402A905D-0594-7AFD-F0BC-FE8AC2A8D511}"/>
              </a:ext>
            </a:extLst>
          </p:cNvPr>
          <p:cNvSpPr txBox="1">
            <a:spLocks/>
          </p:cNvSpPr>
          <p:nvPr/>
        </p:nvSpPr>
        <p:spPr>
          <a:xfrm>
            <a:off x="228601" y="6107304"/>
            <a:ext cx="3737531" cy="522096"/>
          </a:xfrm>
          <a:prstGeom prst="roundRect">
            <a:avLst>
              <a:gd name="adj" fmla="val 12632"/>
            </a:avLst>
          </a:prstGeom>
          <a:solidFill>
            <a:srgbClr val="AA0000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Extensión académica e institucional</a:t>
            </a:r>
          </a:p>
        </p:txBody>
      </p:sp>
      <p:sp>
        <p:nvSpPr>
          <p:cNvPr id="2091" name="Título 6">
            <a:extLst>
              <a:ext uri="{FF2B5EF4-FFF2-40B4-BE49-F238E27FC236}">
                <a16:creationId xmlns:a16="http://schemas.microsoft.com/office/drawing/2014/main" id="{84F11621-7FCD-85D5-DB50-EB71317E97B0}"/>
              </a:ext>
            </a:extLst>
          </p:cNvPr>
          <p:cNvSpPr txBox="1">
            <a:spLocks/>
          </p:cNvSpPr>
          <p:nvPr/>
        </p:nvSpPr>
        <p:spPr>
          <a:xfrm>
            <a:off x="4227235" y="6107304"/>
            <a:ext cx="3737531" cy="522096"/>
          </a:xfrm>
          <a:prstGeom prst="roundRect">
            <a:avLst>
              <a:gd name="adj" fmla="val 12632"/>
            </a:avLst>
          </a:prstGeom>
          <a:solidFill>
            <a:srgbClr val="102A8A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Cultura</a:t>
            </a:r>
          </a:p>
        </p:txBody>
      </p:sp>
      <p:sp>
        <p:nvSpPr>
          <p:cNvPr id="2092" name="Título 6">
            <a:extLst>
              <a:ext uri="{FF2B5EF4-FFF2-40B4-BE49-F238E27FC236}">
                <a16:creationId xmlns:a16="http://schemas.microsoft.com/office/drawing/2014/main" id="{1FC285BC-4AA9-3636-666E-E39F2B086CFE}"/>
              </a:ext>
            </a:extLst>
          </p:cNvPr>
          <p:cNvSpPr txBox="1">
            <a:spLocks/>
          </p:cNvSpPr>
          <p:nvPr/>
        </p:nvSpPr>
        <p:spPr>
          <a:xfrm>
            <a:off x="8225869" y="6103364"/>
            <a:ext cx="3737531" cy="522096"/>
          </a:xfrm>
          <a:prstGeom prst="roundRect">
            <a:avLst>
              <a:gd name="adj" fmla="val 12632"/>
            </a:avLst>
          </a:prstGeom>
          <a:solidFill>
            <a:srgbClr val="0E2841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Instancias consultivas y/o participativas</a:t>
            </a:r>
          </a:p>
        </p:txBody>
      </p:sp>
      <p:sp>
        <p:nvSpPr>
          <p:cNvPr id="2093" name="Título 6">
            <a:extLst>
              <a:ext uri="{FF2B5EF4-FFF2-40B4-BE49-F238E27FC236}">
                <a16:creationId xmlns:a16="http://schemas.microsoft.com/office/drawing/2014/main" id="{3FC8C0AA-FB69-0B85-3787-518D3EEBF84B}"/>
              </a:ext>
            </a:extLst>
          </p:cNvPr>
          <p:cNvSpPr txBox="1">
            <a:spLocks/>
          </p:cNvSpPr>
          <p:nvPr/>
        </p:nvSpPr>
        <p:spPr>
          <a:xfrm>
            <a:off x="228601" y="5121665"/>
            <a:ext cx="11734799" cy="305504"/>
          </a:xfrm>
          <a:prstGeom prst="roundRect">
            <a:avLst>
              <a:gd name="adj" fmla="val 25103"/>
            </a:avLst>
          </a:prstGeom>
          <a:solidFill>
            <a:srgbClr val="102A8A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Acciones de relacionamiento</a:t>
            </a:r>
          </a:p>
        </p:txBody>
      </p:sp>
      <p:sp>
        <p:nvSpPr>
          <p:cNvPr id="2094" name="Título 6">
            <a:extLst>
              <a:ext uri="{FF2B5EF4-FFF2-40B4-BE49-F238E27FC236}">
                <a16:creationId xmlns:a16="http://schemas.microsoft.com/office/drawing/2014/main" id="{29662DCA-1D4B-5A75-9CAD-59D7F46F3142}"/>
              </a:ext>
            </a:extLst>
          </p:cNvPr>
          <p:cNvSpPr txBox="1">
            <a:spLocks/>
          </p:cNvSpPr>
          <p:nvPr/>
        </p:nvSpPr>
        <p:spPr>
          <a:xfrm>
            <a:off x="228600" y="5472461"/>
            <a:ext cx="11734799" cy="522096"/>
          </a:xfrm>
          <a:prstGeom prst="roundRect">
            <a:avLst>
              <a:gd name="adj" fmla="val 14856"/>
            </a:avLst>
          </a:prstGeom>
          <a:solidFill>
            <a:sysClr val="window" lastClr="FFFFFF"/>
          </a:solidFill>
          <a:ln w="19050">
            <a:solidFill>
              <a:srgbClr val="102A8A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200" dirty="0">
                <a:solidFill>
                  <a:srgbClr val="182844"/>
                </a:solidFill>
                <a:latin typeface="Verdana"/>
                <a:cs typeface="HEMTDL+Ubuntu"/>
              </a:rPr>
              <a:t>C</a:t>
            </a:r>
            <a:r>
              <a:rPr lang="es-CL" sz="1200" dirty="0" err="1">
                <a:solidFill>
                  <a:srgbClr val="182844"/>
                </a:solidFill>
                <a:latin typeface="Verdana"/>
                <a:cs typeface="HEMTDL+Ubuntu"/>
              </a:rPr>
              <a:t>on</a:t>
            </a:r>
            <a:r>
              <a:rPr lang="es-CL" sz="1200" dirty="0">
                <a:solidFill>
                  <a:srgbClr val="182844"/>
                </a:solidFill>
                <a:latin typeface="Verdana"/>
                <a:cs typeface="HEMTDL+Ubuntu"/>
              </a:rPr>
              <a:t> el propósito de fortalecer redes, alianzas y la articulación con los distintos grupos de interés, la institución impulsa de forma sistemática acciones de relacionamiento que complementa su vinculación con el entorno, desde una mirada territorial y disciplinar.</a:t>
            </a:r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srgbClr val="182844"/>
              </a:solidFill>
              <a:effectLst/>
              <a:uLnTx/>
              <a:uFillTx/>
              <a:latin typeface="Verdana"/>
              <a:ea typeface="Verdana" panose="020B0604030504040204" pitchFamily="34" charset="0"/>
              <a:cs typeface="HEMTDL+Ubuntu"/>
            </a:endParaRPr>
          </a:p>
        </p:txBody>
      </p:sp>
    </p:spTree>
    <p:extLst>
      <p:ext uri="{BB962C8B-B14F-4D97-AF65-F5344CB8AC3E}">
        <p14:creationId xmlns:p14="http://schemas.microsoft.com/office/powerpoint/2010/main" val="4285985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F7E10-9CA6-608E-9B48-432C842DA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B3F944B-233D-D00A-8DFF-2D6C6CCDB0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112A13E-EB23-206F-239E-A45A083C6DF6}"/>
              </a:ext>
            </a:extLst>
          </p:cNvPr>
          <p:cNvSpPr txBox="1"/>
          <p:nvPr/>
        </p:nvSpPr>
        <p:spPr>
          <a:xfrm>
            <a:off x="1219200" y="2057400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GEOGREEN </a:t>
            </a:r>
          </a:p>
        </p:txBody>
      </p:sp>
    </p:spTree>
    <p:extLst>
      <p:ext uri="{BB962C8B-B14F-4D97-AF65-F5344CB8AC3E}">
        <p14:creationId xmlns:p14="http://schemas.microsoft.com/office/powerpoint/2010/main" val="1690507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2AC5C-2FCE-D6B7-21CC-65A05AB7D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medios 1">
            <a:extLst>
              <a:ext uri="{FF2B5EF4-FFF2-40B4-BE49-F238E27FC236}">
                <a16:creationId xmlns:a16="http://schemas.microsoft.com/office/drawing/2014/main" id="{66B25573-7353-EC19-5835-910BAD6C1146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9919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5E725-207D-8EDD-96C6-9BB520274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95AD95B-CA9D-8EE0-6C04-7816836339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81356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EFA2A-9C7E-8F26-4CF1-37FE82D6A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">
            <a:extLst>
              <a:ext uri="{FF2B5EF4-FFF2-40B4-BE49-F238E27FC236}">
                <a16:creationId xmlns:a16="http://schemas.microsoft.com/office/drawing/2014/main" id="{3E4A5E05-D860-2878-C524-E3A3E05659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83066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BBA25-2E58-8948-C2CA-B2BC5FCB8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05D0447-60C8-3D20-926F-3B786B618E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77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C18D0-F874-BB25-C335-7545C4045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EFB717AB-41F6-4839-F810-6402DA32E2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0973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82326-ADF5-354B-8AC9-9E1645C0E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">
            <a:extLst>
              <a:ext uri="{FF2B5EF4-FFF2-40B4-BE49-F238E27FC236}">
                <a16:creationId xmlns:a16="http://schemas.microsoft.com/office/drawing/2014/main" id="{728DEA99-BC7D-AC5F-6A82-2F54731990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7345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object 12"/>
          <p:cNvGrpSpPr/>
          <p:nvPr/>
        </p:nvGrpSpPr>
        <p:grpSpPr>
          <a:xfrm>
            <a:off x="6293072" y="-135573"/>
            <a:ext cx="5870575" cy="6848475"/>
            <a:chOff x="6318567" y="5039"/>
            <a:chExt cx="5870575" cy="6848475"/>
          </a:xfrm>
        </p:grpSpPr>
        <p:sp>
          <p:nvSpPr>
            <p:cNvPr id="13" name="object 13"/>
            <p:cNvSpPr/>
            <p:nvPr/>
          </p:nvSpPr>
          <p:spPr>
            <a:xfrm>
              <a:off x="10034143" y="6337527"/>
              <a:ext cx="247650" cy="255904"/>
            </a:xfrm>
            <a:custGeom>
              <a:avLst/>
              <a:gdLst/>
              <a:ahLst/>
              <a:cxnLst/>
              <a:rect l="l" t="t" r="r" b="b"/>
              <a:pathLst>
                <a:path w="247650" h="255904">
                  <a:moveTo>
                    <a:pt x="122112" y="0"/>
                  </a:moveTo>
                  <a:lnTo>
                    <a:pt x="117715" y="0"/>
                  </a:lnTo>
                  <a:lnTo>
                    <a:pt x="3728" y="0"/>
                  </a:lnTo>
                  <a:lnTo>
                    <a:pt x="55" y="8820"/>
                  </a:lnTo>
                  <a:lnTo>
                    <a:pt x="108977" y="116365"/>
                  </a:lnTo>
                  <a:lnTo>
                    <a:pt x="112609" y="121781"/>
                  </a:lnTo>
                  <a:lnTo>
                    <a:pt x="113820" y="127936"/>
                  </a:lnTo>
                  <a:lnTo>
                    <a:pt x="112609" y="134090"/>
                  </a:lnTo>
                  <a:lnTo>
                    <a:pt x="108977" y="139507"/>
                  </a:lnTo>
                  <a:lnTo>
                    <a:pt x="0" y="247088"/>
                  </a:lnTo>
                  <a:lnTo>
                    <a:pt x="3729" y="255869"/>
                  </a:lnTo>
                  <a:lnTo>
                    <a:pt x="122113" y="255869"/>
                  </a:lnTo>
                  <a:lnTo>
                    <a:pt x="126287" y="254146"/>
                  </a:lnTo>
                  <a:lnTo>
                    <a:pt x="242389" y="139507"/>
                  </a:lnTo>
                  <a:lnTo>
                    <a:pt x="246052" y="134090"/>
                  </a:lnTo>
                  <a:lnTo>
                    <a:pt x="247273" y="127936"/>
                  </a:lnTo>
                  <a:lnTo>
                    <a:pt x="246052" y="121781"/>
                  </a:lnTo>
                  <a:lnTo>
                    <a:pt x="242389" y="116365"/>
                  </a:lnTo>
                  <a:lnTo>
                    <a:pt x="126287" y="1725"/>
                  </a:lnTo>
                  <a:lnTo>
                    <a:pt x="122112" y="0"/>
                  </a:lnTo>
                  <a:close/>
                </a:path>
              </a:pathLst>
            </a:custGeom>
            <a:solidFill>
              <a:srgbClr val="AA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18567" y="5039"/>
              <a:ext cx="5870575" cy="6848475"/>
            </a:xfrm>
            <a:custGeom>
              <a:avLst/>
              <a:gdLst/>
              <a:ahLst/>
              <a:cxnLst/>
              <a:rect l="l" t="t" r="r" b="b"/>
              <a:pathLst>
                <a:path w="5870575" h="6848475">
                  <a:moveTo>
                    <a:pt x="5870084" y="0"/>
                  </a:moveTo>
                  <a:lnTo>
                    <a:pt x="0" y="0"/>
                  </a:lnTo>
                  <a:lnTo>
                    <a:pt x="0" y="4587614"/>
                  </a:lnTo>
                  <a:lnTo>
                    <a:pt x="1832" y="4636449"/>
                  </a:lnTo>
                  <a:lnTo>
                    <a:pt x="7278" y="4684748"/>
                  </a:lnTo>
                  <a:lnTo>
                    <a:pt x="16265" y="4732340"/>
                  </a:lnTo>
                  <a:lnTo>
                    <a:pt x="28719" y="4779055"/>
                  </a:lnTo>
                  <a:lnTo>
                    <a:pt x="44566" y="4824721"/>
                  </a:lnTo>
                  <a:lnTo>
                    <a:pt x="63733" y="4869169"/>
                  </a:lnTo>
                  <a:lnTo>
                    <a:pt x="86145" y="4912227"/>
                  </a:lnTo>
                  <a:lnTo>
                    <a:pt x="111728" y="4953724"/>
                  </a:lnTo>
                  <a:lnTo>
                    <a:pt x="140410" y="4993489"/>
                  </a:lnTo>
                  <a:lnTo>
                    <a:pt x="172116" y="5031352"/>
                  </a:lnTo>
                  <a:lnTo>
                    <a:pt x="206773" y="5067142"/>
                  </a:lnTo>
                  <a:lnTo>
                    <a:pt x="2060513" y="6848290"/>
                  </a:lnTo>
                  <a:lnTo>
                    <a:pt x="5870084" y="6848290"/>
                  </a:lnTo>
                  <a:lnTo>
                    <a:pt x="5870084" y="0"/>
                  </a:lnTo>
                  <a:close/>
                </a:path>
              </a:pathLst>
            </a:custGeom>
            <a:solidFill>
              <a:srgbClr val="0D284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8195275" y="289991"/>
              <a:ext cx="3098165" cy="487680"/>
            </a:xfrm>
            <a:custGeom>
              <a:avLst/>
              <a:gdLst/>
              <a:ahLst/>
              <a:cxnLst/>
              <a:rect l="l" t="t" r="r" b="b"/>
              <a:pathLst>
                <a:path w="3098165" h="487680">
                  <a:moveTo>
                    <a:pt x="3043913" y="0"/>
                  </a:moveTo>
                  <a:lnTo>
                    <a:pt x="186424" y="0"/>
                  </a:lnTo>
                  <a:lnTo>
                    <a:pt x="175870" y="1029"/>
                  </a:lnTo>
                  <a:lnTo>
                    <a:pt x="15778" y="146992"/>
                  </a:lnTo>
                  <a:lnTo>
                    <a:pt x="0" y="184782"/>
                  </a:lnTo>
                  <a:lnTo>
                    <a:pt x="0" y="433758"/>
                  </a:lnTo>
                  <a:lnTo>
                    <a:pt x="4236" y="454558"/>
                  </a:lnTo>
                  <a:lnTo>
                    <a:pt x="15788" y="471542"/>
                  </a:lnTo>
                  <a:lnTo>
                    <a:pt x="32923" y="482993"/>
                  </a:lnTo>
                  <a:lnTo>
                    <a:pt x="53907" y="487192"/>
                  </a:lnTo>
                  <a:lnTo>
                    <a:pt x="2911435" y="487192"/>
                  </a:lnTo>
                  <a:lnTo>
                    <a:pt x="2949503" y="471551"/>
                  </a:lnTo>
                  <a:lnTo>
                    <a:pt x="3082078" y="340198"/>
                  </a:lnTo>
                  <a:lnTo>
                    <a:pt x="3097876" y="302408"/>
                  </a:lnTo>
                  <a:lnTo>
                    <a:pt x="3097876" y="53431"/>
                  </a:lnTo>
                  <a:lnTo>
                    <a:pt x="3093633" y="32629"/>
                  </a:lnTo>
                  <a:lnTo>
                    <a:pt x="3082065" y="15646"/>
                  </a:lnTo>
                  <a:lnTo>
                    <a:pt x="3064912" y="4197"/>
                  </a:lnTo>
                  <a:lnTo>
                    <a:pt x="3043913" y="0"/>
                  </a:lnTo>
                  <a:close/>
                </a:path>
              </a:pathLst>
            </a:custGeom>
            <a:solidFill>
              <a:srgbClr val="0064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698114" y="4196715"/>
            <a:ext cx="2576195" cy="12484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7780">
              <a:lnSpc>
                <a:spcPct val="103600"/>
              </a:lnSpc>
              <a:spcBef>
                <a:spcPts val="55"/>
              </a:spcBef>
            </a:pPr>
            <a:r>
              <a:rPr sz="1550" spc="75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550" spc="25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50" spc="70" dirty="0">
                <a:solidFill>
                  <a:srgbClr val="FFFFFF"/>
                </a:solidFill>
                <a:latin typeface="Verdana"/>
                <a:cs typeface="Verdana"/>
              </a:rPr>
              <a:t>las</a:t>
            </a:r>
            <a:r>
              <a:rPr sz="1550" spc="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50" spc="130" dirty="0">
                <a:solidFill>
                  <a:srgbClr val="FFFFFF"/>
                </a:solidFill>
                <a:latin typeface="Verdana"/>
                <a:cs typeface="Verdana"/>
              </a:rPr>
              <a:t>empresas </a:t>
            </a:r>
            <a:r>
              <a:rPr sz="1550" spc="100" dirty="0">
                <a:solidFill>
                  <a:srgbClr val="FFFFFF"/>
                </a:solidFill>
                <a:latin typeface="Verdana"/>
                <a:cs typeface="Verdana"/>
              </a:rPr>
              <a:t>tienen</a:t>
            </a:r>
            <a:r>
              <a:rPr sz="1550" spc="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50" spc="130" dirty="0">
                <a:solidFill>
                  <a:srgbClr val="FFFFFF"/>
                </a:solidFill>
                <a:latin typeface="Verdana"/>
                <a:cs typeface="Verdana"/>
              </a:rPr>
              <a:t>como</a:t>
            </a:r>
            <a:r>
              <a:rPr sz="1550" spc="3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50" spc="100" dirty="0">
                <a:solidFill>
                  <a:srgbClr val="FFFFFF"/>
                </a:solidFill>
                <a:latin typeface="Verdana"/>
                <a:cs typeface="Verdana"/>
              </a:rPr>
              <a:t>prioridad </a:t>
            </a:r>
            <a:r>
              <a:rPr sz="1550" spc="60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550" spc="1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50" spc="130" dirty="0">
                <a:solidFill>
                  <a:srgbClr val="FFFFFF"/>
                </a:solidFill>
                <a:latin typeface="Verdana"/>
                <a:cs typeface="Verdana"/>
              </a:rPr>
              <a:t>capacitación</a:t>
            </a:r>
            <a:r>
              <a:rPr sz="1550" spc="2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50" spc="8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550" spc="2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50" spc="75" dirty="0">
                <a:solidFill>
                  <a:srgbClr val="FFFFFF"/>
                </a:solidFill>
                <a:latin typeface="Verdana"/>
                <a:cs typeface="Verdana"/>
              </a:rPr>
              <a:t>sus </a:t>
            </a:r>
            <a:r>
              <a:rPr sz="1550" spc="125" dirty="0">
                <a:solidFill>
                  <a:srgbClr val="FFFFFF"/>
                </a:solidFill>
                <a:latin typeface="Verdana"/>
                <a:cs typeface="Verdana"/>
              </a:rPr>
              <a:t>colaboradores</a:t>
            </a:r>
            <a:r>
              <a:rPr sz="1550" spc="2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50" spc="40" dirty="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endParaRPr sz="15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spc="125" dirty="0">
                <a:solidFill>
                  <a:srgbClr val="FFFFFF"/>
                </a:solidFill>
                <a:latin typeface="Verdana"/>
                <a:cs typeface="Verdana"/>
              </a:rPr>
              <a:t>habilidades</a:t>
            </a:r>
            <a:r>
              <a:rPr sz="1550" spc="3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550" spc="75" dirty="0">
                <a:solidFill>
                  <a:srgbClr val="FFFFFF"/>
                </a:solidFill>
                <a:latin typeface="Verdana"/>
                <a:cs typeface="Verdana"/>
              </a:rPr>
              <a:t>directivas.</a:t>
            </a:r>
            <a:endParaRPr sz="1550" dirty="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54014" y="4266505"/>
            <a:ext cx="1617345" cy="1164590"/>
          </a:xfrm>
          <a:custGeom>
            <a:avLst/>
            <a:gdLst/>
            <a:ahLst/>
            <a:cxnLst/>
            <a:rect l="l" t="t" r="r" b="b"/>
            <a:pathLst>
              <a:path w="1617345" h="1164589">
                <a:moveTo>
                  <a:pt x="1524771" y="0"/>
                </a:moveTo>
                <a:lnTo>
                  <a:pt x="319031" y="0"/>
                </a:lnTo>
                <a:lnTo>
                  <a:pt x="300939" y="1798"/>
                </a:lnTo>
                <a:lnTo>
                  <a:pt x="253751" y="27083"/>
                </a:lnTo>
                <a:lnTo>
                  <a:pt x="26992" y="254696"/>
                </a:lnTo>
                <a:lnTo>
                  <a:pt x="1792" y="302019"/>
                </a:lnTo>
                <a:lnTo>
                  <a:pt x="0" y="320187"/>
                </a:lnTo>
                <a:lnTo>
                  <a:pt x="0" y="1071501"/>
                </a:lnTo>
                <a:lnTo>
                  <a:pt x="7244" y="1107505"/>
                </a:lnTo>
                <a:lnTo>
                  <a:pt x="27007" y="1136933"/>
                </a:lnTo>
                <a:lnTo>
                  <a:pt x="56335" y="1156788"/>
                </a:lnTo>
                <a:lnTo>
                  <a:pt x="92273" y="1164073"/>
                </a:lnTo>
                <a:lnTo>
                  <a:pt x="1298020" y="1164073"/>
                </a:lnTo>
                <a:lnTo>
                  <a:pt x="1349221" y="1148522"/>
                </a:lnTo>
                <a:lnTo>
                  <a:pt x="1590035" y="909494"/>
                </a:lnTo>
                <a:lnTo>
                  <a:pt x="1615203" y="862171"/>
                </a:lnTo>
                <a:lnTo>
                  <a:pt x="1616984" y="844003"/>
                </a:lnTo>
                <a:lnTo>
                  <a:pt x="1616984" y="92574"/>
                </a:lnTo>
                <a:lnTo>
                  <a:pt x="1609734" y="56519"/>
                </a:lnTo>
                <a:lnTo>
                  <a:pt x="1589966" y="27095"/>
                </a:lnTo>
                <a:lnTo>
                  <a:pt x="1560654" y="7267"/>
                </a:lnTo>
                <a:lnTo>
                  <a:pt x="1524771" y="0"/>
                </a:lnTo>
                <a:close/>
              </a:path>
            </a:pathLst>
          </a:custGeom>
          <a:solidFill>
            <a:srgbClr val="AA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99807" y="4432871"/>
            <a:ext cx="133477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b="1" spc="-25" dirty="0">
                <a:solidFill>
                  <a:srgbClr val="FFFFFF"/>
                </a:solidFill>
                <a:latin typeface="Verdana"/>
                <a:cs typeface="Verdana"/>
              </a:rPr>
              <a:t>66</a:t>
            </a:r>
            <a:r>
              <a:rPr sz="3200" spc="-25" dirty="0">
                <a:solidFill>
                  <a:srgbClr val="FFFFFF"/>
                </a:solidFill>
                <a:latin typeface="Verdana"/>
                <a:cs typeface="Verdana"/>
              </a:rPr>
              <a:t>%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14183" y="213856"/>
            <a:ext cx="3917315" cy="93027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910"/>
              </a:spcBef>
              <a:tabLst>
                <a:tab pos="963930" algn="l"/>
              </a:tabLst>
            </a:pPr>
            <a:r>
              <a:rPr sz="2750" b="1" spc="-25" dirty="0">
                <a:solidFill>
                  <a:srgbClr val="FFFFFF"/>
                </a:solidFill>
                <a:latin typeface="Verdana"/>
                <a:cs typeface="Verdana"/>
              </a:rPr>
              <a:t>Las</a:t>
            </a:r>
            <a:r>
              <a:rPr sz="2750" b="1" dirty="0">
                <a:solidFill>
                  <a:srgbClr val="FFFFFF"/>
                </a:solidFill>
                <a:latin typeface="Verdana"/>
                <a:cs typeface="Verdana"/>
              </a:rPr>
              <a:t>	10</a:t>
            </a:r>
            <a:r>
              <a:rPr sz="2750" b="1" spc="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750" b="1" spc="-10" dirty="0">
                <a:solidFill>
                  <a:srgbClr val="FFFFFF"/>
                </a:solidFill>
                <a:latin typeface="Verdana"/>
                <a:cs typeface="Verdana"/>
              </a:rPr>
              <a:t>prioridades</a:t>
            </a:r>
            <a:endParaRPr sz="2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000" b="1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Verdana"/>
                <a:cs typeface="Verdana"/>
              </a:rPr>
              <a:t>los</a:t>
            </a:r>
            <a:r>
              <a:rPr sz="2000" b="1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Verdana"/>
                <a:cs typeface="Verdana"/>
              </a:rPr>
              <a:t>equipos</a:t>
            </a:r>
            <a:r>
              <a:rPr sz="2000" b="1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20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Verdana"/>
                <a:cs typeface="Verdana"/>
              </a:rPr>
              <a:t>Personas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F2A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99788" y="2621419"/>
            <a:ext cx="501015" cy="401320"/>
          </a:xfrm>
          <a:custGeom>
            <a:avLst/>
            <a:gdLst/>
            <a:ahLst/>
            <a:cxnLst/>
            <a:rect l="l" t="t" r="r" b="b"/>
            <a:pathLst>
              <a:path w="501014" h="401319">
                <a:moveTo>
                  <a:pt x="391896" y="401294"/>
                </a:moveTo>
                <a:lnTo>
                  <a:pt x="380707" y="369760"/>
                </a:lnTo>
                <a:lnTo>
                  <a:pt x="369760" y="339471"/>
                </a:lnTo>
                <a:lnTo>
                  <a:pt x="359054" y="310388"/>
                </a:lnTo>
                <a:lnTo>
                  <a:pt x="357733" y="306895"/>
                </a:lnTo>
                <a:lnTo>
                  <a:pt x="348576" y="282511"/>
                </a:lnTo>
                <a:lnTo>
                  <a:pt x="328307" y="229590"/>
                </a:lnTo>
                <a:lnTo>
                  <a:pt x="308610" y="179539"/>
                </a:lnTo>
                <a:lnTo>
                  <a:pt x="289191" y="132029"/>
                </a:lnTo>
                <a:lnTo>
                  <a:pt x="269963" y="86893"/>
                </a:lnTo>
                <a:lnTo>
                  <a:pt x="260375" y="65087"/>
                </a:lnTo>
                <a:lnTo>
                  <a:pt x="260375" y="247878"/>
                </a:lnTo>
                <a:lnTo>
                  <a:pt x="128016" y="247878"/>
                </a:lnTo>
                <a:lnTo>
                  <a:pt x="146291" y="198234"/>
                </a:lnTo>
                <a:lnTo>
                  <a:pt x="163817" y="152323"/>
                </a:lnTo>
                <a:lnTo>
                  <a:pt x="179959" y="111683"/>
                </a:lnTo>
                <a:lnTo>
                  <a:pt x="194246" y="77736"/>
                </a:lnTo>
                <a:lnTo>
                  <a:pt x="216001" y="130479"/>
                </a:lnTo>
                <a:lnTo>
                  <a:pt x="233184" y="174548"/>
                </a:lnTo>
                <a:lnTo>
                  <a:pt x="251167" y="222580"/>
                </a:lnTo>
                <a:lnTo>
                  <a:pt x="260375" y="247878"/>
                </a:lnTo>
                <a:lnTo>
                  <a:pt x="260375" y="65087"/>
                </a:lnTo>
                <a:lnTo>
                  <a:pt x="260311" y="64935"/>
                </a:lnTo>
                <a:lnTo>
                  <a:pt x="250520" y="43129"/>
                </a:lnTo>
                <a:lnTo>
                  <a:pt x="240576" y="21488"/>
                </a:lnTo>
                <a:lnTo>
                  <a:pt x="230492" y="0"/>
                </a:lnTo>
                <a:lnTo>
                  <a:pt x="160642" y="0"/>
                </a:lnTo>
                <a:lnTo>
                  <a:pt x="140665" y="43129"/>
                </a:lnTo>
                <a:lnTo>
                  <a:pt x="121259" y="86893"/>
                </a:lnTo>
                <a:lnTo>
                  <a:pt x="102044" y="132029"/>
                </a:lnTo>
                <a:lnTo>
                  <a:pt x="82702" y="179539"/>
                </a:lnTo>
                <a:lnTo>
                  <a:pt x="63055" y="229590"/>
                </a:lnTo>
                <a:lnTo>
                  <a:pt x="42976" y="282511"/>
                </a:lnTo>
                <a:lnTo>
                  <a:pt x="22085" y="339471"/>
                </a:lnTo>
                <a:lnTo>
                  <a:pt x="0" y="401294"/>
                </a:lnTo>
                <a:lnTo>
                  <a:pt x="76111" y="401294"/>
                </a:lnTo>
                <a:lnTo>
                  <a:pt x="80200" y="389661"/>
                </a:lnTo>
                <a:lnTo>
                  <a:pt x="84315" y="378002"/>
                </a:lnTo>
                <a:lnTo>
                  <a:pt x="88493" y="366318"/>
                </a:lnTo>
                <a:lnTo>
                  <a:pt x="92722" y="354596"/>
                </a:lnTo>
                <a:lnTo>
                  <a:pt x="96901" y="342861"/>
                </a:lnTo>
                <a:lnTo>
                  <a:pt x="101041" y="331000"/>
                </a:lnTo>
                <a:lnTo>
                  <a:pt x="105156" y="319011"/>
                </a:lnTo>
                <a:lnTo>
                  <a:pt x="109245" y="306895"/>
                </a:lnTo>
                <a:lnTo>
                  <a:pt x="279146" y="306895"/>
                </a:lnTo>
                <a:lnTo>
                  <a:pt x="283273" y="319011"/>
                </a:lnTo>
                <a:lnTo>
                  <a:pt x="287489" y="331000"/>
                </a:lnTo>
                <a:lnTo>
                  <a:pt x="291744" y="342722"/>
                </a:lnTo>
                <a:lnTo>
                  <a:pt x="296087" y="354342"/>
                </a:lnTo>
                <a:lnTo>
                  <a:pt x="300393" y="365975"/>
                </a:lnTo>
                <a:lnTo>
                  <a:pt x="304647" y="377659"/>
                </a:lnTo>
                <a:lnTo>
                  <a:pt x="308838" y="389420"/>
                </a:lnTo>
                <a:lnTo>
                  <a:pt x="312940" y="401294"/>
                </a:lnTo>
                <a:lnTo>
                  <a:pt x="391896" y="401294"/>
                </a:lnTo>
                <a:close/>
              </a:path>
              <a:path w="501014" h="401319">
                <a:moveTo>
                  <a:pt x="501002" y="38"/>
                </a:moveTo>
                <a:lnTo>
                  <a:pt x="427863" y="38"/>
                </a:lnTo>
                <a:lnTo>
                  <a:pt x="427863" y="401294"/>
                </a:lnTo>
                <a:lnTo>
                  <a:pt x="501002" y="401294"/>
                </a:lnTo>
                <a:lnTo>
                  <a:pt x="501002" y="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82617" y="2621660"/>
            <a:ext cx="272415" cy="401320"/>
          </a:xfrm>
          <a:custGeom>
            <a:avLst/>
            <a:gdLst/>
            <a:ahLst/>
            <a:cxnLst/>
            <a:rect l="l" t="t" r="r" b="b"/>
            <a:pathLst>
              <a:path w="272414" h="401319">
                <a:moveTo>
                  <a:pt x="272211" y="338658"/>
                </a:moveTo>
                <a:lnTo>
                  <a:pt x="73190" y="338658"/>
                </a:lnTo>
                <a:lnTo>
                  <a:pt x="73190" y="221970"/>
                </a:lnTo>
                <a:lnTo>
                  <a:pt x="237998" y="221970"/>
                </a:lnTo>
                <a:lnTo>
                  <a:pt x="237998" y="161086"/>
                </a:lnTo>
                <a:lnTo>
                  <a:pt x="73190" y="161086"/>
                </a:lnTo>
                <a:lnTo>
                  <a:pt x="73190" y="62153"/>
                </a:lnTo>
                <a:lnTo>
                  <a:pt x="258279" y="62153"/>
                </a:lnTo>
                <a:lnTo>
                  <a:pt x="258279" y="0"/>
                </a:lnTo>
                <a:lnTo>
                  <a:pt x="0" y="0"/>
                </a:lnTo>
                <a:lnTo>
                  <a:pt x="0" y="62153"/>
                </a:lnTo>
                <a:lnTo>
                  <a:pt x="0" y="161086"/>
                </a:lnTo>
                <a:lnTo>
                  <a:pt x="0" y="221970"/>
                </a:lnTo>
                <a:lnTo>
                  <a:pt x="0" y="338658"/>
                </a:lnTo>
                <a:lnTo>
                  <a:pt x="0" y="400812"/>
                </a:lnTo>
                <a:lnTo>
                  <a:pt x="272211" y="400812"/>
                </a:lnTo>
                <a:lnTo>
                  <a:pt x="272211" y="3386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8416" y="2617412"/>
            <a:ext cx="295275" cy="405765"/>
          </a:xfrm>
          <a:custGeom>
            <a:avLst/>
            <a:gdLst/>
            <a:ahLst/>
            <a:cxnLst/>
            <a:rect l="l" t="t" r="r" b="b"/>
            <a:pathLst>
              <a:path w="295275" h="405764">
                <a:moveTo>
                  <a:pt x="113660" y="0"/>
                </a:moveTo>
                <a:lnTo>
                  <a:pt x="113800" y="279"/>
                </a:lnTo>
                <a:lnTo>
                  <a:pt x="100327" y="279"/>
                </a:lnTo>
                <a:lnTo>
                  <a:pt x="86340" y="634"/>
                </a:lnTo>
                <a:lnTo>
                  <a:pt x="41355" y="3362"/>
                </a:lnTo>
                <a:lnTo>
                  <a:pt x="0" y="9905"/>
                </a:lnTo>
                <a:lnTo>
                  <a:pt x="0" y="405375"/>
                </a:lnTo>
                <a:lnTo>
                  <a:pt x="73103" y="405375"/>
                </a:lnTo>
                <a:lnTo>
                  <a:pt x="73103" y="264118"/>
                </a:lnTo>
                <a:lnTo>
                  <a:pt x="109654" y="264118"/>
                </a:lnTo>
                <a:lnTo>
                  <a:pt x="151276" y="262203"/>
                </a:lnTo>
                <a:lnTo>
                  <a:pt x="204460" y="252220"/>
                </a:lnTo>
                <a:lnTo>
                  <a:pt x="246097" y="233070"/>
                </a:lnTo>
                <a:lnTo>
                  <a:pt x="275400" y="203934"/>
                </a:lnTo>
                <a:lnTo>
                  <a:pt x="276840" y="201439"/>
                </a:lnTo>
                <a:lnTo>
                  <a:pt x="73019" y="201439"/>
                </a:lnTo>
                <a:lnTo>
                  <a:pt x="73019" y="64843"/>
                </a:lnTo>
                <a:lnTo>
                  <a:pt x="82631" y="64078"/>
                </a:lnTo>
                <a:lnTo>
                  <a:pt x="93455" y="63532"/>
                </a:lnTo>
                <a:lnTo>
                  <a:pt x="105132" y="63215"/>
                </a:lnTo>
                <a:lnTo>
                  <a:pt x="277074" y="63215"/>
                </a:lnTo>
                <a:lnTo>
                  <a:pt x="268534" y="49964"/>
                </a:lnTo>
                <a:lnTo>
                  <a:pt x="248100" y="31797"/>
                </a:lnTo>
                <a:lnTo>
                  <a:pt x="222142" y="17909"/>
                </a:lnTo>
                <a:lnTo>
                  <a:pt x="191082" y="7970"/>
                </a:lnTo>
                <a:lnTo>
                  <a:pt x="154922" y="1995"/>
                </a:lnTo>
                <a:lnTo>
                  <a:pt x="113660" y="0"/>
                </a:lnTo>
                <a:close/>
              </a:path>
              <a:path w="295275" h="405764">
                <a:moveTo>
                  <a:pt x="277074" y="63215"/>
                </a:moveTo>
                <a:lnTo>
                  <a:pt x="129117" y="63215"/>
                </a:lnTo>
                <a:lnTo>
                  <a:pt x="139071" y="63823"/>
                </a:lnTo>
                <a:lnTo>
                  <a:pt x="148747" y="64843"/>
                </a:lnTo>
                <a:lnTo>
                  <a:pt x="189684" y="76996"/>
                </a:lnTo>
                <a:lnTo>
                  <a:pt x="216253" y="112737"/>
                </a:lnTo>
                <a:lnTo>
                  <a:pt x="218141" y="130852"/>
                </a:lnTo>
                <a:lnTo>
                  <a:pt x="216479" y="148463"/>
                </a:lnTo>
                <a:lnTo>
                  <a:pt x="189684" y="186705"/>
                </a:lnTo>
                <a:lnTo>
                  <a:pt x="133296" y="200518"/>
                </a:lnTo>
                <a:lnTo>
                  <a:pt x="108403" y="201439"/>
                </a:lnTo>
                <a:lnTo>
                  <a:pt x="276840" y="201439"/>
                </a:lnTo>
                <a:lnTo>
                  <a:pt x="291672" y="164220"/>
                </a:lnTo>
                <a:lnTo>
                  <a:pt x="294833" y="131434"/>
                </a:lnTo>
                <a:lnTo>
                  <a:pt x="291908" y="99783"/>
                </a:lnTo>
                <a:lnTo>
                  <a:pt x="283139" y="72626"/>
                </a:lnTo>
                <a:lnTo>
                  <a:pt x="277074" y="632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72570" y="2712389"/>
            <a:ext cx="589280" cy="417830"/>
          </a:xfrm>
          <a:custGeom>
            <a:avLst/>
            <a:gdLst/>
            <a:ahLst/>
            <a:cxnLst/>
            <a:rect l="l" t="t" r="r" b="b"/>
            <a:pathLst>
              <a:path w="589279" h="417830">
                <a:moveTo>
                  <a:pt x="273507" y="158076"/>
                </a:moveTo>
                <a:lnTo>
                  <a:pt x="267462" y="108623"/>
                </a:lnTo>
                <a:lnTo>
                  <a:pt x="249707" y="66522"/>
                </a:lnTo>
                <a:lnTo>
                  <a:pt x="246100" y="61353"/>
                </a:lnTo>
                <a:lnTo>
                  <a:pt x="241427" y="54622"/>
                </a:lnTo>
                <a:lnTo>
                  <a:pt x="231990" y="43789"/>
                </a:lnTo>
                <a:lnTo>
                  <a:pt x="221411" y="34099"/>
                </a:lnTo>
                <a:lnTo>
                  <a:pt x="209816" y="25603"/>
                </a:lnTo>
                <a:lnTo>
                  <a:pt x="201358" y="20713"/>
                </a:lnTo>
                <a:lnTo>
                  <a:pt x="201358" y="160401"/>
                </a:lnTo>
                <a:lnTo>
                  <a:pt x="200266" y="181305"/>
                </a:lnTo>
                <a:lnTo>
                  <a:pt x="183667" y="230492"/>
                </a:lnTo>
                <a:lnTo>
                  <a:pt x="145529" y="254838"/>
                </a:lnTo>
                <a:lnTo>
                  <a:pt x="127673" y="256463"/>
                </a:lnTo>
                <a:lnTo>
                  <a:pt x="119100" y="256133"/>
                </a:lnTo>
                <a:lnTo>
                  <a:pt x="81038" y="245275"/>
                </a:lnTo>
                <a:lnTo>
                  <a:pt x="70256" y="239153"/>
                </a:lnTo>
                <a:lnTo>
                  <a:pt x="70256" y="66014"/>
                </a:lnTo>
                <a:lnTo>
                  <a:pt x="77266" y="64096"/>
                </a:lnTo>
                <a:lnTo>
                  <a:pt x="84277" y="62852"/>
                </a:lnTo>
                <a:lnTo>
                  <a:pt x="98552" y="61683"/>
                </a:lnTo>
                <a:lnTo>
                  <a:pt x="105473" y="61353"/>
                </a:lnTo>
                <a:lnTo>
                  <a:pt x="112077" y="61353"/>
                </a:lnTo>
                <a:lnTo>
                  <a:pt x="152577" y="67881"/>
                </a:lnTo>
                <a:lnTo>
                  <a:pt x="189509" y="101714"/>
                </a:lnTo>
                <a:lnTo>
                  <a:pt x="201307" y="158076"/>
                </a:lnTo>
                <a:lnTo>
                  <a:pt x="201358" y="160401"/>
                </a:lnTo>
                <a:lnTo>
                  <a:pt x="201358" y="20713"/>
                </a:lnTo>
                <a:lnTo>
                  <a:pt x="152895" y="3987"/>
                </a:lnTo>
                <a:lnTo>
                  <a:pt x="119075" y="1257"/>
                </a:lnTo>
                <a:lnTo>
                  <a:pt x="101854" y="1562"/>
                </a:lnTo>
                <a:lnTo>
                  <a:pt x="52819" y="6413"/>
                </a:lnTo>
                <a:lnTo>
                  <a:pt x="11366" y="14516"/>
                </a:lnTo>
                <a:lnTo>
                  <a:pt x="0" y="17399"/>
                </a:lnTo>
                <a:lnTo>
                  <a:pt x="0" y="417449"/>
                </a:lnTo>
                <a:lnTo>
                  <a:pt x="70256" y="417449"/>
                </a:lnTo>
                <a:lnTo>
                  <a:pt x="70256" y="299910"/>
                </a:lnTo>
                <a:lnTo>
                  <a:pt x="76466" y="303072"/>
                </a:lnTo>
                <a:lnTo>
                  <a:pt x="118694" y="315429"/>
                </a:lnTo>
                <a:lnTo>
                  <a:pt x="139280" y="316725"/>
                </a:lnTo>
                <a:lnTo>
                  <a:pt x="154825" y="316001"/>
                </a:lnTo>
                <a:lnTo>
                  <a:pt x="169494" y="313817"/>
                </a:lnTo>
                <a:lnTo>
                  <a:pt x="183464" y="310159"/>
                </a:lnTo>
                <a:lnTo>
                  <a:pt x="196519" y="305079"/>
                </a:lnTo>
                <a:lnTo>
                  <a:pt x="206298" y="299910"/>
                </a:lnTo>
                <a:lnTo>
                  <a:pt x="208597" y="298704"/>
                </a:lnTo>
                <a:lnTo>
                  <a:pt x="238582" y="272618"/>
                </a:lnTo>
                <a:lnTo>
                  <a:pt x="259461" y="236804"/>
                </a:lnTo>
                <a:lnTo>
                  <a:pt x="271208" y="192430"/>
                </a:lnTo>
                <a:lnTo>
                  <a:pt x="273431" y="160401"/>
                </a:lnTo>
                <a:lnTo>
                  <a:pt x="273507" y="158076"/>
                </a:lnTo>
                <a:close/>
              </a:path>
              <a:path w="589279" h="417830">
                <a:moveTo>
                  <a:pt x="588657" y="154660"/>
                </a:moveTo>
                <a:lnTo>
                  <a:pt x="587108" y="129108"/>
                </a:lnTo>
                <a:lnTo>
                  <a:pt x="586473" y="118529"/>
                </a:lnTo>
                <a:lnTo>
                  <a:pt x="579894" y="87185"/>
                </a:lnTo>
                <a:lnTo>
                  <a:pt x="553529" y="38874"/>
                </a:lnTo>
                <a:lnTo>
                  <a:pt x="518401" y="13373"/>
                </a:lnTo>
                <a:lnTo>
                  <a:pt x="518401" y="129108"/>
                </a:lnTo>
                <a:lnTo>
                  <a:pt x="387781" y="129108"/>
                </a:lnTo>
                <a:lnTo>
                  <a:pt x="399783" y="90970"/>
                </a:lnTo>
                <a:lnTo>
                  <a:pt x="427850" y="64516"/>
                </a:lnTo>
                <a:lnTo>
                  <a:pt x="456311" y="58432"/>
                </a:lnTo>
                <a:lnTo>
                  <a:pt x="464566" y="58813"/>
                </a:lnTo>
                <a:lnTo>
                  <a:pt x="464070" y="58813"/>
                </a:lnTo>
                <a:lnTo>
                  <a:pt x="470852" y="59817"/>
                </a:lnTo>
                <a:lnTo>
                  <a:pt x="506120" y="83972"/>
                </a:lnTo>
                <a:lnTo>
                  <a:pt x="518134" y="121958"/>
                </a:lnTo>
                <a:lnTo>
                  <a:pt x="518401" y="129108"/>
                </a:lnTo>
                <a:lnTo>
                  <a:pt x="518401" y="13373"/>
                </a:lnTo>
                <a:lnTo>
                  <a:pt x="511543" y="9702"/>
                </a:lnTo>
                <a:lnTo>
                  <a:pt x="485355" y="2425"/>
                </a:lnTo>
                <a:lnTo>
                  <a:pt x="455726" y="0"/>
                </a:lnTo>
                <a:lnTo>
                  <a:pt x="442455" y="647"/>
                </a:lnTo>
                <a:lnTo>
                  <a:pt x="403479" y="10160"/>
                </a:lnTo>
                <a:lnTo>
                  <a:pt x="368401" y="30848"/>
                </a:lnTo>
                <a:lnTo>
                  <a:pt x="340385" y="62738"/>
                </a:lnTo>
                <a:lnTo>
                  <a:pt x="333070" y="75730"/>
                </a:lnTo>
                <a:lnTo>
                  <a:pt x="332968" y="75895"/>
                </a:lnTo>
                <a:lnTo>
                  <a:pt x="326542" y="90322"/>
                </a:lnTo>
                <a:lnTo>
                  <a:pt x="321335" y="105981"/>
                </a:lnTo>
                <a:lnTo>
                  <a:pt x="317804" y="121958"/>
                </a:lnTo>
                <a:lnTo>
                  <a:pt x="317703" y="122428"/>
                </a:lnTo>
                <a:lnTo>
                  <a:pt x="317601" y="122872"/>
                </a:lnTo>
                <a:lnTo>
                  <a:pt x="315353" y="141008"/>
                </a:lnTo>
                <a:lnTo>
                  <a:pt x="314680" y="158496"/>
                </a:lnTo>
                <a:lnTo>
                  <a:pt x="314604" y="160401"/>
                </a:lnTo>
                <a:lnTo>
                  <a:pt x="319824" y="208546"/>
                </a:lnTo>
                <a:lnTo>
                  <a:pt x="335699" y="249986"/>
                </a:lnTo>
                <a:lnTo>
                  <a:pt x="362635" y="283006"/>
                </a:lnTo>
                <a:lnTo>
                  <a:pt x="401142" y="306070"/>
                </a:lnTo>
                <a:lnTo>
                  <a:pt x="451370" y="317157"/>
                </a:lnTo>
                <a:lnTo>
                  <a:pt x="470750" y="317893"/>
                </a:lnTo>
                <a:lnTo>
                  <a:pt x="475957" y="317893"/>
                </a:lnTo>
                <a:lnTo>
                  <a:pt x="516140" y="314198"/>
                </a:lnTo>
                <a:lnTo>
                  <a:pt x="559701" y="303834"/>
                </a:lnTo>
                <a:lnTo>
                  <a:pt x="568883" y="299910"/>
                </a:lnTo>
                <a:lnTo>
                  <a:pt x="561962" y="257136"/>
                </a:lnTo>
                <a:lnTo>
                  <a:pt x="559625" y="242646"/>
                </a:lnTo>
                <a:lnTo>
                  <a:pt x="515378" y="254495"/>
                </a:lnTo>
                <a:lnTo>
                  <a:pt x="479501" y="257136"/>
                </a:lnTo>
                <a:lnTo>
                  <a:pt x="460222" y="255955"/>
                </a:lnTo>
                <a:lnTo>
                  <a:pt x="459371" y="255955"/>
                </a:lnTo>
                <a:lnTo>
                  <a:pt x="413080" y="237159"/>
                </a:lnTo>
                <a:lnTo>
                  <a:pt x="389902" y="197916"/>
                </a:lnTo>
                <a:lnTo>
                  <a:pt x="387210" y="180721"/>
                </a:lnTo>
                <a:lnTo>
                  <a:pt x="587489" y="180721"/>
                </a:lnTo>
                <a:lnTo>
                  <a:pt x="587794" y="177126"/>
                </a:lnTo>
                <a:lnTo>
                  <a:pt x="588162" y="172478"/>
                </a:lnTo>
                <a:lnTo>
                  <a:pt x="588594" y="160401"/>
                </a:lnTo>
                <a:lnTo>
                  <a:pt x="588657" y="1546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21070" y="2713558"/>
            <a:ext cx="636270" cy="309245"/>
          </a:xfrm>
          <a:custGeom>
            <a:avLst/>
            <a:gdLst/>
            <a:ahLst/>
            <a:cxnLst/>
            <a:rect l="l" t="t" r="r" b="b"/>
            <a:pathLst>
              <a:path w="636270" h="309244">
                <a:moveTo>
                  <a:pt x="185254" y="10401"/>
                </a:moveTo>
                <a:lnTo>
                  <a:pt x="140855" y="1422"/>
                </a:lnTo>
                <a:lnTo>
                  <a:pt x="123088" y="0"/>
                </a:lnTo>
                <a:lnTo>
                  <a:pt x="118414" y="0"/>
                </a:lnTo>
                <a:lnTo>
                  <a:pt x="66408" y="3759"/>
                </a:lnTo>
                <a:lnTo>
                  <a:pt x="22834" y="13512"/>
                </a:lnTo>
                <a:lnTo>
                  <a:pt x="0" y="20815"/>
                </a:lnTo>
                <a:lnTo>
                  <a:pt x="0" y="309156"/>
                </a:lnTo>
                <a:lnTo>
                  <a:pt x="70180" y="309156"/>
                </a:lnTo>
                <a:lnTo>
                  <a:pt x="70180" y="66598"/>
                </a:lnTo>
                <a:lnTo>
                  <a:pt x="73596" y="65430"/>
                </a:lnTo>
                <a:lnTo>
                  <a:pt x="79781" y="64096"/>
                </a:lnTo>
                <a:lnTo>
                  <a:pt x="97129" y="60934"/>
                </a:lnTo>
                <a:lnTo>
                  <a:pt x="105308" y="60185"/>
                </a:lnTo>
                <a:lnTo>
                  <a:pt x="113068" y="60185"/>
                </a:lnTo>
                <a:lnTo>
                  <a:pt x="159054" y="65506"/>
                </a:lnTo>
                <a:lnTo>
                  <a:pt x="172910" y="69418"/>
                </a:lnTo>
                <a:lnTo>
                  <a:pt x="173075" y="69418"/>
                </a:lnTo>
                <a:lnTo>
                  <a:pt x="185254" y="10401"/>
                </a:lnTo>
                <a:close/>
              </a:path>
              <a:path w="636270" h="309244">
                <a:moveTo>
                  <a:pt x="635647" y="138925"/>
                </a:moveTo>
                <a:lnTo>
                  <a:pt x="632866" y="95681"/>
                </a:lnTo>
                <a:lnTo>
                  <a:pt x="623709" y="58635"/>
                </a:lnTo>
                <a:lnTo>
                  <a:pt x="597179" y="22237"/>
                </a:lnTo>
                <a:lnTo>
                  <a:pt x="550684" y="2514"/>
                </a:lnTo>
                <a:lnTo>
                  <a:pt x="518401" y="0"/>
                </a:lnTo>
                <a:lnTo>
                  <a:pt x="511416" y="177"/>
                </a:lnTo>
                <a:lnTo>
                  <a:pt x="471119" y="8026"/>
                </a:lnTo>
                <a:lnTo>
                  <a:pt x="430860" y="26466"/>
                </a:lnTo>
                <a:lnTo>
                  <a:pt x="426593" y="29464"/>
                </a:lnTo>
                <a:lnTo>
                  <a:pt x="419493" y="23164"/>
                </a:lnTo>
                <a:lnTo>
                  <a:pt x="382536" y="4533"/>
                </a:lnTo>
                <a:lnTo>
                  <a:pt x="341896" y="0"/>
                </a:lnTo>
                <a:lnTo>
                  <a:pt x="323811" y="317"/>
                </a:lnTo>
                <a:lnTo>
                  <a:pt x="272465" y="5168"/>
                </a:lnTo>
                <a:lnTo>
                  <a:pt x="230238" y="13258"/>
                </a:lnTo>
                <a:lnTo>
                  <a:pt x="219303" y="16154"/>
                </a:lnTo>
                <a:lnTo>
                  <a:pt x="219303" y="309156"/>
                </a:lnTo>
                <a:lnTo>
                  <a:pt x="289572" y="309156"/>
                </a:lnTo>
                <a:lnTo>
                  <a:pt x="289572" y="64757"/>
                </a:lnTo>
                <a:lnTo>
                  <a:pt x="294157" y="64008"/>
                </a:lnTo>
                <a:lnTo>
                  <a:pt x="317246" y="61137"/>
                </a:lnTo>
                <a:lnTo>
                  <a:pt x="323761" y="60591"/>
                </a:lnTo>
                <a:lnTo>
                  <a:pt x="330009" y="60286"/>
                </a:lnTo>
                <a:lnTo>
                  <a:pt x="335965" y="60185"/>
                </a:lnTo>
                <a:lnTo>
                  <a:pt x="350951" y="61493"/>
                </a:lnTo>
                <a:lnTo>
                  <a:pt x="385610" y="93535"/>
                </a:lnTo>
                <a:lnTo>
                  <a:pt x="392303" y="149910"/>
                </a:lnTo>
                <a:lnTo>
                  <a:pt x="392468" y="149999"/>
                </a:lnTo>
                <a:lnTo>
                  <a:pt x="392468" y="309156"/>
                </a:lnTo>
                <a:lnTo>
                  <a:pt x="462737" y="309156"/>
                </a:lnTo>
                <a:lnTo>
                  <a:pt x="462737" y="141846"/>
                </a:lnTo>
                <a:lnTo>
                  <a:pt x="462622" y="132727"/>
                </a:lnTo>
                <a:lnTo>
                  <a:pt x="458457" y="91325"/>
                </a:lnTo>
                <a:lnTo>
                  <a:pt x="454558" y="76415"/>
                </a:lnTo>
                <a:lnTo>
                  <a:pt x="459651" y="72923"/>
                </a:lnTo>
                <a:lnTo>
                  <a:pt x="500837" y="60515"/>
                </a:lnTo>
                <a:lnTo>
                  <a:pt x="509130" y="60185"/>
                </a:lnTo>
                <a:lnTo>
                  <a:pt x="524306" y="61493"/>
                </a:lnTo>
                <a:lnTo>
                  <a:pt x="558825" y="93535"/>
                </a:lnTo>
                <a:lnTo>
                  <a:pt x="565378" y="149910"/>
                </a:lnTo>
                <a:lnTo>
                  <a:pt x="565378" y="309156"/>
                </a:lnTo>
                <a:lnTo>
                  <a:pt x="635647" y="309156"/>
                </a:lnTo>
                <a:lnTo>
                  <a:pt x="635647" y="1389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19893" y="2587862"/>
            <a:ext cx="86995" cy="434975"/>
          </a:xfrm>
          <a:custGeom>
            <a:avLst/>
            <a:gdLst/>
            <a:ahLst/>
            <a:cxnLst/>
            <a:rect l="l" t="t" r="r" b="b"/>
            <a:pathLst>
              <a:path w="86995" h="434975">
                <a:moveTo>
                  <a:pt x="43561" y="0"/>
                </a:moveTo>
                <a:lnTo>
                  <a:pt x="7182" y="17967"/>
                </a:lnTo>
                <a:lnTo>
                  <a:pt x="0" y="43450"/>
                </a:lnTo>
                <a:lnTo>
                  <a:pt x="798" y="52752"/>
                </a:lnTo>
                <a:lnTo>
                  <a:pt x="27006" y="83395"/>
                </a:lnTo>
                <a:lnTo>
                  <a:pt x="43561" y="86319"/>
                </a:lnTo>
                <a:lnTo>
                  <a:pt x="51978" y="85586"/>
                </a:lnTo>
                <a:lnTo>
                  <a:pt x="83346" y="61056"/>
                </a:lnTo>
                <a:lnTo>
                  <a:pt x="86538" y="43450"/>
                </a:lnTo>
                <a:lnTo>
                  <a:pt x="85752" y="34009"/>
                </a:lnTo>
                <a:lnTo>
                  <a:pt x="59980" y="2913"/>
                </a:lnTo>
                <a:lnTo>
                  <a:pt x="43561" y="0"/>
                </a:lnTo>
                <a:close/>
              </a:path>
              <a:path w="86995" h="434975">
                <a:moveTo>
                  <a:pt x="78944" y="132017"/>
                </a:moveTo>
                <a:lnTo>
                  <a:pt x="8762" y="132017"/>
                </a:lnTo>
                <a:lnTo>
                  <a:pt x="8762" y="434842"/>
                </a:lnTo>
                <a:lnTo>
                  <a:pt x="78944" y="434842"/>
                </a:lnTo>
                <a:lnTo>
                  <a:pt x="78944" y="1320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70268" y="2628493"/>
            <a:ext cx="483870" cy="401955"/>
          </a:xfrm>
          <a:custGeom>
            <a:avLst/>
            <a:gdLst/>
            <a:ahLst/>
            <a:cxnLst/>
            <a:rect l="l" t="t" r="r" b="b"/>
            <a:pathLst>
              <a:path w="483870" h="401955">
                <a:moveTo>
                  <a:pt x="190347" y="384975"/>
                </a:moveTo>
                <a:lnTo>
                  <a:pt x="178752" y="329374"/>
                </a:lnTo>
                <a:lnTo>
                  <a:pt x="172986" y="331787"/>
                </a:lnTo>
                <a:lnTo>
                  <a:pt x="165150" y="334289"/>
                </a:lnTo>
                <a:lnTo>
                  <a:pt x="121246" y="341033"/>
                </a:lnTo>
                <a:lnTo>
                  <a:pt x="108356" y="340055"/>
                </a:lnTo>
                <a:lnTo>
                  <a:pt x="76695" y="316280"/>
                </a:lnTo>
                <a:lnTo>
                  <a:pt x="70180" y="273265"/>
                </a:lnTo>
                <a:lnTo>
                  <a:pt x="70180" y="149987"/>
                </a:lnTo>
                <a:lnTo>
                  <a:pt x="178079" y="149987"/>
                </a:lnTo>
                <a:lnTo>
                  <a:pt x="178079" y="91478"/>
                </a:lnTo>
                <a:lnTo>
                  <a:pt x="70180" y="91478"/>
                </a:lnTo>
                <a:lnTo>
                  <a:pt x="70180" y="0"/>
                </a:lnTo>
                <a:lnTo>
                  <a:pt x="0" y="11569"/>
                </a:lnTo>
                <a:lnTo>
                  <a:pt x="0" y="273850"/>
                </a:lnTo>
                <a:lnTo>
                  <a:pt x="317" y="288493"/>
                </a:lnTo>
                <a:lnTo>
                  <a:pt x="5168" y="327380"/>
                </a:lnTo>
                <a:lnTo>
                  <a:pt x="23202" y="367334"/>
                </a:lnTo>
                <a:lnTo>
                  <a:pt x="57746" y="392557"/>
                </a:lnTo>
                <a:lnTo>
                  <a:pt x="96443" y="400672"/>
                </a:lnTo>
                <a:lnTo>
                  <a:pt x="111988" y="401205"/>
                </a:lnTo>
                <a:lnTo>
                  <a:pt x="124891" y="400875"/>
                </a:lnTo>
                <a:lnTo>
                  <a:pt x="167843" y="392988"/>
                </a:lnTo>
                <a:lnTo>
                  <a:pt x="183794" y="387616"/>
                </a:lnTo>
                <a:lnTo>
                  <a:pt x="190347" y="384975"/>
                </a:lnTo>
                <a:close/>
              </a:path>
              <a:path w="483870" h="401955">
                <a:moveTo>
                  <a:pt x="483514" y="238556"/>
                </a:moveTo>
                <a:lnTo>
                  <a:pt x="474738" y="171081"/>
                </a:lnTo>
                <a:lnTo>
                  <a:pt x="462216" y="142341"/>
                </a:lnTo>
                <a:lnTo>
                  <a:pt x="448386" y="122770"/>
                </a:lnTo>
                <a:lnTo>
                  <a:pt x="429120" y="105740"/>
                </a:lnTo>
                <a:lnTo>
                  <a:pt x="413245" y="97269"/>
                </a:lnTo>
                <a:lnTo>
                  <a:pt x="413245" y="213004"/>
                </a:lnTo>
                <a:lnTo>
                  <a:pt x="282638" y="213004"/>
                </a:lnTo>
                <a:lnTo>
                  <a:pt x="283629" y="206768"/>
                </a:lnTo>
                <a:lnTo>
                  <a:pt x="283692" y="206324"/>
                </a:lnTo>
                <a:lnTo>
                  <a:pt x="285102" y="199771"/>
                </a:lnTo>
                <a:lnTo>
                  <a:pt x="302094" y="164312"/>
                </a:lnTo>
                <a:lnTo>
                  <a:pt x="336054" y="143840"/>
                </a:lnTo>
                <a:lnTo>
                  <a:pt x="351155" y="142341"/>
                </a:lnTo>
                <a:lnTo>
                  <a:pt x="359422" y="142709"/>
                </a:lnTo>
                <a:lnTo>
                  <a:pt x="358927" y="142709"/>
                </a:lnTo>
                <a:lnTo>
                  <a:pt x="365696" y="143713"/>
                </a:lnTo>
                <a:lnTo>
                  <a:pt x="400964" y="167868"/>
                </a:lnTo>
                <a:lnTo>
                  <a:pt x="412991" y="205854"/>
                </a:lnTo>
                <a:lnTo>
                  <a:pt x="413245" y="213004"/>
                </a:lnTo>
                <a:lnTo>
                  <a:pt x="413245" y="97269"/>
                </a:lnTo>
                <a:lnTo>
                  <a:pt x="406400" y="93599"/>
                </a:lnTo>
                <a:lnTo>
                  <a:pt x="380212" y="86321"/>
                </a:lnTo>
                <a:lnTo>
                  <a:pt x="350570" y="83896"/>
                </a:lnTo>
                <a:lnTo>
                  <a:pt x="337312" y="84543"/>
                </a:lnTo>
                <a:lnTo>
                  <a:pt x="298335" y="94056"/>
                </a:lnTo>
                <a:lnTo>
                  <a:pt x="263258" y="114744"/>
                </a:lnTo>
                <a:lnTo>
                  <a:pt x="235242" y="146634"/>
                </a:lnTo>
                <a:lnTo>
                  <a:pt x="227926" y="159626"/>
                </a:lnTo>
                <a:lnTo>
                  <a:pt x="227825" y="159791"/>
                </a:lnTo>
                <a:lnTo>
                  <a:pt x="212648" y="205854"/>
                </a:lnTo>
                <a:lnTo>
                  <a:pt x="209537" y="242392"/>
                </a:lnTo>
                <a:lnTo>
                  <a:pt x="209461" y="244297"/>
                </a:lnTo>
                <a:lnTo>
                  <a:pt x="214668" y="292442"/>
                </a:lnTo>
                <a:lnTo>
                  <a:pt x="230555" y="333883"/>
                </a:lnTo>
                <a:lnTo>
                  <a:pt x="257479" y="366903"/>
                </a:lnTo>
                <a:lnTo>
                  <a:pt x="295998" y="389966"/>
                </a:lnTo>
                <a:lnTo>
                  <a:pt x="346227" y="401053"/>
                </a:lnTo>
                <a:lnTo>
                  <a:pt x="365594" y="401789"/>
                </a:lnTo>
                <a:lnTo>
                  <a:pt x="370814" y="401789"/>
                </a:lnTo>
                <a:lnTo>
                  <a:pt x="410997" y="398094"/>
                </a:lnTo>
                <a:lnTo>
                  <a:pt x="454558" y="387731"/>
                </a:lnTo>
                <a:lnTo>
                  <a:pt x="463740" y="383806"/>
                </a:lnTo>
                <a:lnTo>
                  <a:pt x="456819" y="341033"/>
                </a:lnTo>
                <a:lnTo>
                  <a:pt x="454469" y="326542"/>
                </a:lnTo>
                <a:lnTo>
                  <a:pt x="447840" y="329133"/>
                </a:lnTo>
                <a:lnTo>
                  <a:pt x="440067" y="331647"/>
                </a:lnTo>
                <a:lnTo>
                  <a:pt x="398818" y="339852"/>
                </a:lnTo>
                <a:lnTo>
                  <a:pt x="374357" y="341033"/>
                </a:lnTo>
                <a:lnTo>
                  <a:pt x="355066" y="339852"/>
                </a:lnTo>
                <a:lnTo>
                  <a:pt x="354228" y="339852"/>
                </a:lnTo>
                <a:lnTo>
                  <a:pt x="307936" y="321056"/>
                </a:lnTo>
                <a:lnTo>
                  <a:pt x="284759" y="281813"/>
                </a:lnTo>
                <a:lnTo>
                  <a:pt x="282067" y="264617"/>
                </a:lnTo>
                <a:lnTo>
                  <a:pt x="482346" y="264617"/>
                </a:lnTo>
                <a:lnTo>
                  <a:pt x="482650" y="261023"/>
                </a:lnTo>
                <a:lnTo>
                  <a:pt x="483019" y="256374"/>
                </a:lnTo>
                <a:lnTo>
                  <a:pt x="483450" y="244297"/>
                </a:lnTo>
                <a:lnTo>
                  <a:pt x="483514" y="2385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517434" y="2712313"/>
            <a:ext cx="544830" cy="318770"/>
          </a:xfrm>
          <a:custGeom>
            <a:avLst/>
            <a:gdLst/>
            <a:ahLst/>
            <a:cxnLst/>
            <a:rect l="l" t="t" r="r" b="b"/>
            <a:pathLst>
              <a:path w="544829" h="318769">
                <a:moveTo>
                  <a:pt x="236334" y="302742"/>
                </a:moveTo>
                <a:lnTo>
                  <a:pt x="228498" y="257035"/>
                </a:lnTo>
                <a:lnTo>
                  <a:pt x="226402" y="244805"/>
                </a:lnTo>
                <a:lnTo>
                  <a:pt x="219735" y="247319"/>
                </a:lnTo>
                <a:lnTo>
                  <a:pt x="178663" y="256133"/>
                </a:lnTo>
                <a:lnTo>
                  <a:pt x="160807" y="257035"/>
                </a:lnTo>
                <a:lnTo>
                  <a:pt x="138442" y="255397"/>
                </a:lnTo>
                <a:lnTo>
                  <a:pt x="92290" y="230657"/>
                </a:lnTo>
                <a:lnTo>
                  <a:pt x="73279" y="181025"/>
                </a:lnTo>
                <a:lnTo>
                  <a:pt x="72021" y="159232"/>
                </a:lnTo>
                <a:lnTo>
                  <a:pt x="73342" y="137007"/>
                </a:lnTo>
                <a:lnTo>
                  <a:pt x="93459" y="86487"/>
                </a:lnTo>
                <a:lnTo>
                  <a:pt x="136779" y="62306"/>
                </a:lnTo>
                <a:lnTo>
                  <a:pt x="156133" y="60680"/>
                </a:lnTo>
                <a:lnTo>
                  <a:pt x="164706" y="60909"/>
                </a:lnTo>
                <a:lnTo>
                  <a:pt x="203517" y="68110"/>
                </a:lnTo>
                <a:lnTo>
                  <a:pt x="216547" y="72910"/>
                </a:lnTo>
                <a:lnTo>
                  <a:pt x="219697" y="60909"/>
                </a:lnTo>
                <a:lnTo>
                  <a:pt x="219760" y="60680"/>
                </a:lnTo>
                <a:lnTo>
                  <a:pt x="231571" y="15557"/>
                </a:lnTo>
                <a:lnTo>
                  <a:pt x="212140" y="8737"/>
                </a:lnTo>
                <a:lnTo>
                  <a:pt x="192125" y="3873"/>
                </a:lnTo>
                <a:lnTo>
                  <a:pt x="171513" y="965"/>
                </a:lnTo>
                <a:lnTo>
                  <a:pt x="150291" y="0"/>
                </a:lnTo>
                <a:lnTo>
                  <a:pt x="133324" y="762"/>
                </a:lnTo>
                <a:lnTo>
                  <a:pt x="87617" y="12153"/>
                </a:lnTo>
                <a:lnTo>
                  <a:pt x="50533" y="35585"/>
                </a:lnTo>
                <a:lnTo>
                  <a:pt x="23075" y="69113"/>
                </a:lnTo>
                <a:lnTo>
                  <a:pt x="5880" y="111315"/>
                </a:lnTo>
                <a:lnTo>
                  <a:pt x="0" y="159232"/>
                </a:lnTo>
                <a:lnTo>
                  <a:pt x="571" y="175907"/>
                </a:lnTo>
                <a:lnTo>
                  <a:pt x="9258" y="222580"/>
                </a:lnTo>
                <a:lnTo>
                  <a:pt x="20916" y="249605"/>
                </a:lnTo>
                <a:lnTo>
                  <a:pt x="20980" y="249758"/>
                </a:lnTo>
                <a:lnTo>
                  <a:pt x="47485" y="282917"/>
                </a:lnTo>
                <a:lnTo>
                  <a:pt x="85039" y="305904"/>
                </a:lnTo>
                <a:lnTo>
                  <a:pt x="133883" y="317068"/>
                </a:lnTo>
                <a:lnTo>
                  <a:pt x="152717" y="317804"/>
                </a:lnTo>
                <a:lnTo>
                  <a:pt x="165100" y="317512"/>
                </a:lnTo>
                <a:lnTo>
                  <a:pt x="212178" y="310807"/>
                </a:lnTo>
                <a:lnTo>
                  <a:pt x="229755" y="305600"/>
                </a:lnTo>
                <a:lnTo>
                  <a:pt x="236334" y="302742"/>
                </a:lnTo>
                <a:close/>
              </a:path>
              <a:path w="544829" h="318769">
                <a:moveTo>
                  <a:pt x="544474" y="157632"/>
                </a:moveTo>
                <a:lnTo>
                  <a:pt x="538454" y="108585"/>
                </a:lnTo>
                <a:lnTo>
                  <a:pt x="520903" y="66446"/>
                </a:lnTo>
                <a:lnTo>
                  <a:pt x="493763" y="33629"/>
                </a:lnTo>
                <a:lnTo>
                  <a:pt x="472503" y="18719"/>
                </a:lnTo>
                <a:lnTo>
                  <a:pt x="472503" y="158737"/>
                </a:lnTo>
                <a:lnTo>
                  <a:pt x="471284" y="180251"/>
                </a:lnTo>
                <a:lnTo>
                  <a:pt x="453047" y="231076"/>
                </a:lnTo>
                <a:lnTo>
                  <a:pt x="415251" y="256044"/>
                </a:lnTo>
                <a:lnTo>
                  <a:pt x="398805" y="257708"/>
                </a:lnTo>
                <a:lnTo>
                  <a:pt x="382371" y="256044"/>
                </a:lnTo>
                <a:lnTo>
                  <a:pt x="344563" y="231076"/>
                </a:lnTo>
                <a:lnTo>
                  <a:pt x="328726" y="193001"/>
                </a:lnTo>
                <a:lnTo>
                  <a:pt x="325120" y="158737"/>
                </a:lnTo>
                <a:lnTo>
                  <a:pt x="326339" y="137325"/>
                </a:lnTo>
                <a:lnTo>
                  <a:pt x="344563" y="87147"/>
                </a:lnTo>
                <a:lnTo>
                  <a:pt x="382371" y="62496"/>
                </a:lnTo>
                <a:lnTo>
                  <a:pt x="398805" y="60845"/>
                </a:lnTo>
                <a:lnTo>
                  <a:pt x="415251" y="62496"/>
                </a:lnTo>
                <a:lnTo>
                  <a:pt x="453047" y="87147"/>
                </a:lnTo>
                <a:lnTo>
                  <a:pt x="471284" y="137325"/>
                </a:lnTo>
                <a:lnTo>
                  <a:pt x="472440" y="157632"/>
                </a:lnTo>
                <a:lnTo>
                  <a:pt x="472503" y="158737"/>
                </a:lnTo>
                <a:lnTo>
                  <a:pt x="472503" y="18719"/>
                </a:lnTo>
                <a:lnTo>
                  <a:pt x="429437" y="2895"/>
                </a:lnTo>
                <a:lnTo>
                  <a:pt x="398729" y="76"/>
                </a:lnTo>
                <a:lnTo>
                  <a:pt x="383095" y="787"/>
                </a:lnTo>
                <a:lnTo>
                  <a:pt x="340144" y="11315"/>
                </a:lnTo>
                <a:lnTo>
                  <a:pt x="304076" y="33629"/>
                </a:lnTo>
                <a:lnTo>
                  <a:pt x="276644" y="66446"/>
                </a:lnTo>
                <a:lnTo>
                  <a:pt x="259080" y="108585"/>
                </a:lnTo>
                <a:lnTo>
                  <a:pt x="253060" y="157632"/>
                </a:lnTo>
                <a:lnTo>
                  <a:pt x="253022" y="158737"/>
                </a:lnTo>
                <a:lnTo>
                  <a:pt x="253695" y="176263"/>
                </a:lnTo>
                <a:lnTo>
                  <a:pt x="263791" y="224078"/>
                </a:lnTo>
                <a:lnTo>
                  <a:pt x="284619" y="263474"/>
                </a:lnTo>
                <a:lnTo>
                  <a:pt x="314706" y="293014"/>
                </a:lnTo>
                <a:lnTo>
                  <a:pt x="353263" y="311988"/>
                </a:lnTo>
                <a:lnTo>
                  <a:pt x="398729" y="318554"/>
                </a:lnTo>
                <a:lnTo>
                  <a:pt x="414642" y="317817"/>
                </a:lnTo>
                <a:lnTo>
                  <a:pt x="458228" y="306895"/>
                </a:lnTo>
                <a:lnTo>
                  <a:pt x="494385" y="284327"/>
                </a:lnTo>
                <a:lnTo>
                  <a:pt x="521423" y="251447"/>
                </a:lnTo>
                <a:lnTo>
                  <a:pt x="538556" y="208940"/>
                </a:lnTo>
                <a:lnTo>
                  <a:pt x="544436" y="158737"/>
                </a:lnTo>
                <a:lnTo>
                  <a:pt x="544474" y="1576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119955" y="2713553"/>
            <a:ext cx="254000" cy="309245"/>
          </a:xfrm>
          <a:custGeom>
            <a:avLst/>
            <a:gdLst/>
            <a:ahLst/>
            <a:cxnLst/>
            <a:rect l="l" t="t" r="r" b="b"/>
            <a:pathLst>
              <a:path w="254000" h="309244">
                <a:moveTo>
                  <a:pt x="124759" y="0"/>
                </a:moveTo>
                <a:lnTo>
                  <a:pt x="69451" y="2879"/>
                </a:lnTo>
                <a:lnTo>
                  <a:pt x="23335" y="10467"/>
                </a:lnTo>
                <a:lnTo>
                  <a:pt x="0" y="16231"/>
                </a:lnTo>
                <a:lnTo>
                  <a:pt x="0" y="309150"/>
                </a:lnTo>
                <a:lnTo>
                  <a:pt x="70182" y="309150"/>
                </a:lnTo>
                <a:lnTo>
                  <a:pt x="70182" y="64843"/>
                </a:lnTo>
                <a:lnTo>
                  <a:pt x="74772" y="64094"/>
                </a:lnTo>
                <a:lnTo>
                  <a:pt x="112729" y="60291"/>
                </a:lnTo>
                <a:lnTo>
                  <a:pt x="119502" y="60182"/>
                </a:lnTo>
                <a:lnTo>
                  <a:pt x="128157" y="60505"/>
                </a:lnTo>
                <a:lnTo>
                  <a:pt x="164816" y="73666"/>
                </a:lnTo>
                <a:lnTo>
                  <a:pt x="181498" y="117501"/>
                </a:lnTo>
                <a:lnTo>
                  <a:pt x="183259" y="309150"/>
                </a:lnTo>
                <a:lnTo>
                  <a:pt x="253608" y="309150"/>
                </a:lnTo>
                <a:lnTo>
                  <a:pt x="253608" y="138926"/>
                </a:lnTo>
                <a:lnTo>
                  <a:pt x="250193" y="95674"/>
                </a:lnTo>
                <a:lnTo>
                  <a:pt x="239233" y="58631"/>
                </a:lnTo>
                <a:lnTo>
                  <a:pt x="209306" y="22235"/>
                </a:lnTo>
                <a:lnTo>
                  <a:pt x="173625" y="5653"/>
                </a:lnTo>
                <a:lnTo>
                  <a:pt x="142581" y="625"/>
                </a:lnTo>
                <a:lnTo>
                  <a:pt x="1247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421715" y="2712305"/>
            <a:ext cx="223520" cy="318135"/>
          </a:xfrm>
          <a:custGeom>
            <a:avLst/>
            <a:gdLst/>
            <a:ahLst/>
            <a:cxnLst/>
            <a:rect l="l" t="t" r="r" b="b"/>
            <a:pathLst>
              <a:path w="223520" h="318135">
                <a:moveTo>
                  <a:pt x="120837" y="0"/>
                </a:moveTo>
                <a:lnTo>
                  <a:pt x="73520" y="5993"/>
                </a:lnTo>
                <a:lnTo>
                  <a:pt x="37219" y="23972"/>
                </a:lnTo>
                <a:lnTo>
                  <a:pt x="8350" y="69987"/>
                </a:lnTo>
                <a:lnTo>
                  <a:pt x="6425" y="89731"/>
                </a:lnTo>
                <a:lnTo>
                  <a:pt x="6846" y="100036"/>
                </a:lnTo>
                <a:lnTo>
                  <a:pt x="21019" y="139644"/>
                </a:lnTo>
                <a:lnTo>
                  <a:pt x="51269" y="165337"/>
                </a:lnTo>
                <a:lnTo>
                  <a:pt x="94133" y="184125"/>
                </a:lnTo>
                <a:lnTo>
                  <a:pt x="108683" y="189822"/>
                </a:lnTo>
                <a:lnTo>
                  <a:pt x="145040" y="210812"/>
                </a:lnTo>
                <a:lnTo>
                  <a:pt x="152715" y="230489"/>
                </a:lnTo>
                <a:lnTo>
                  <a:pt x="151917" y="237998"/>
                </a:lnTo>
                <a:lnTo>
                  <a:pt x="112346" y="259536"/>
                </a:lnTo>
                <a:lnTo>
                  <a:pt x="99390" y="259956"/>
                </a:lnTo>
                <a:lnTo>
                  <a:pt x="85656" y="259584"/>
                </a:lnTo>
                <a:lnTo>
                  <a:pt x="39104" y="251212"/>
                </a:lnTo>
                <a:lnTo>
                  <a:pt x="12183" y="241976"/>
                </a:lnTo>
                <a:lnTo>
                  <a:pt x="0" y="300410"/>
                </a:lnTo>
                <a:lnTo>
                  <a:pt x="47391" y="314098"/>
                </a:lnTo>
                <a:lnTo>
                  <a:pt x="98639" y="317890"/>
                </a:lnTo>
                <a:lnTo>
                  <a:pt x="126822" y="316488"/>
                </a:lnTo>
                <a:lnTo>
                  <a:pt x="172830" y="305319"/>
                </a:lnTo>
                <a:lnTo>
                  <a:pt x="204767" y="283095"/>
                </a:lnTo>
                <a:lnTo>
                  <a:pt x="222898" y="229823"/>
                </a:lnTo>
                <a:lnTo>
                  <a:pt x="222569" y="220069"/>
                </a:lnTo>
                <a:lnTo>
                  <a:pt x="210954" y="181399"/>
                </a:lnTo>
                <a:lnTo>
                  <a:pt x="180781" y="153635"/>
                </a:lnTo>
                <a:lnTo>
                  <a:pt x="142097" y="135408"/>
                </a:lnTo>
                <a:lnTo>
                  <a:pt x="122824" y="128223"/>
                </a:lnTo>
                <a:lnTo>
                  <a:pt x="116143" y="125701"/>
                </a:lnTo>
                <a:lnTo>
                  <a:pt x="80447" y="103965"/>
                </a:lnTo>
                <a:lnTo>
                  <a:pt x="76107" y="86818"/>
                </a:lnTo>
                <a:lnTo>
                  <a:pt x="76936" y="79762"/>
                </a:lnTo>
                <a:lnTo>
                  <a:pt x="114020" y="57721"/>
                </a:lnTo>
                <a:lnTo>
                  <a:pt x="124258" y="57268"/>
                </a:lnTo>
                <a:lnTo>
                  <a:pt x="135790" y="57548"/>
                </a:lnTo>
                <a:lnTo>
                  <a:pt x="174675" y="63865"/>
                </a:lnTo>
                <a:lnTo>
                  <a:pt x="195693" y="71169"/>
                </a:lnTo>
                <a:lnTo>
                  <a:pt x="208377" y="14483"/>
                </a:lnTo>
                <a:lnTo>
                  <a:pt x="159564" y="2739"/>
                </a:lnTo>
                <a:lnTo>
                  <a:pt x="134027" y="299"/>
                </a:lnTo>
                <a:lnTo>
                  <a:pt x="1208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692337" y="2628493"/>
            <a:ext cx="700405" cy="401320"/>
          </a:xfrm>
          <a:custGeom>
            <a:avLst/>
            <a:gdLst/>
            <a:ahLst/>
            <a:cxnLst/>
            <a:rect l="l" t="t" r="r" b="b"/>
            <a:pathLst>
              <a:path w="700404" h="401319">
                <a:moveTo>
                  <a:pt x="190360" y="384975"/>
                </a:moveTo>
                <a:lnTo>
                  <a:pt x="178752" y="329374"/>
                </a:lnTo>
                <a:lnTo>
                  <a:pt x="172910" y="331787"/>
                </a:lnTo>
                <a:lnTo>
                  <a:pt x="165150" y="334289"/>
                </a:lnTo>
                <a:lnTo>
                  <a:pt x="121259" y="341033"/>
                </a:lnTo>
                <a:lnTo>
                  <a:pt x="108331" y="340055"/>
                </a:lnTo>
                <a:lnTo>
                  <a:pt x="76682" y="316280"/>
                </a:lnTo>
                <a:lnTo>
                  <a:pt x="70104" y="273265"/>
                </a:lnTo>
                <a:lnTo>
                  <a:pt x="70104" y="149987"/>
                </a:lnTo>
                <a:lnTo>
                  <a:pt x="178092" y="149987"/>
                </a:lnTo>
                <a:lnTo>
                  <a:pt x="178092" y="91478"/>
                </a:lnTo>
                <a:lnTo>
                  <a:pt x="70104" y="91478"/>
                </a:lnTo>
                <a:lnTo>
                  <a:pt x="70104" y="0"/>
                </a:lnTo>
                <a:lnTo>
                  <a:pt x="0" y="11569"/>
                </a:lnTo>
                <a:lnTo>
                  <a:pt x="0" y="273850"/>
                </a:lnTo>
                <a:lnTo>
                  <a:pt x="317" y="288493"/>
                </a:lnTo>
                <a:lnTo>
                  <a:pt x="5181" y="327380"/>
                </a:lnTo>
                <a:lnTo>
                  <a:pt x="23202" y="367334"/>
                </a:lnTo>
                <a:lnTo>
                  <a:pt x="57746" y="392557"/>
                </a:lnTo>
                <a:lnTo>
                  <a:pt x="96443" y="400672"/>
                </a:lnTo>
                <a:lnTo>
                  <a:pt x="112001" y="401205"/>
                </a:lnTo>
                <a:lnTo>
                  <a:pt x="124904" y="400875"/>
                </a:lnTo>
                <a:lnTo>
                  <a:pt x="167805" y="392988"/>
                </a:lnTo>
                <a:lnTo>
                  <a:pt x="183769" y="387616"/>
                </a:lnTo>
                <a:lnTo>
                  <a:pt x="190360" y="384975"/>
                </a:lnTo>
                <a:close/>
              </a:path>
              <a:path w="700404" h="401319">
                <a:moveTo>
                  <a:pt x="416839" y="95465"/>
                </a:moveTo>
                <a:lnTo>
                  <a:pt x="372452" y="86487"/>
                </a:lnTo>
                <a:lnTo>
                  <a:pt x="354672" y="85064"/>
                </a:lnTo>
                <a:lnTo>
                  <a:pt x="349999" y="85064"/>
                </a:lnTo>
                <a:lnTo>
                  <a:pt x="298030" y="88823"/>
                </a:lnTo>
                <a:lnTo>
                  <a:pt x="254431" y="98577"/>
                </a:lnTo>
                <a:lnTo>
                  <a:pt x="231584" y="105879"/>
                </a:lnTo>
                <a:lnTo>
                  <a:pt x="231584" y="394220"/>
                </a:lnTo>
                <a:lnTo>
                  <a:pt x="301764" y="394220"/>
                </a:lnTo>
                <a:lnTo>
                  <a:pt x="301764" y="151663"/>
                </a:lnTo>
                <a:lnTo>
                  <a:pt x="305181" y="150495"/>
                </a:lnTo>
                <a:lnTo>
                  <a:pt x="311365" y="149161"/>
                </a:lnTo>
                <a:lnTo>
                  <a:pt x="328714" y="145999"/>
                </a:lnTo>
                <a:lnTo>
                  <a:pt x="336981" y="145249"/>
                </a:lnTo>
                <a:lnTo>
                  <a:pt x="344741" y="145249"/>
                </a:lnTo>
                <a:lnTo>
                  <a:pt x="390728" y="150571"/>
                </a:lnTo>
                <a:lnTo>
                  <a:pt x="404495" y="154482"/>
                </a:lnTo>
                <a:lnTo>
                  <a:pt x="404660" y="154482"/>
                </a:lnTo>
                <a:lnTo>
                  <a:pt x="416839" y="95465"/>
                </a:lnTo>
                <a:close/>
              </a:path>
              <a:path w="700404" h="401319">
                <a:moveTo>
                  <a:pt x="699998" y="384975"/>
                </a:moveTo>
                <a:lnTo>
                  <a:pt x="699820" y="384975"/>
                </a:lnTo>
                <a:lnTo>
                  <a:pt x="699820" y="91389"/>
                </a:lnTo>
                <a:lnTo>
                  <a:pt x="629640" y="91389"/>
                </a:lnTo>
                <a:lnTo>
                  <a:pt x="629640" y="336372"/>
                </a:lnTo>
                <a:lnTo>
                  <a:pt x="624967" y="337451"/>
                </a:lnTo>
                <a:lnTo>
                  <a:pt x="617880" y="338442"/>
                </a:lnTo>
                <a:lnTo>
                  <a:pt x="594626" y="340093"/>
                </a:lnTo>
                <a:lnTo>
                  <a:pt x="581494" y="340360"/>
                </a:lnTo>
                <a:lnTo>
                  <a:pt x="565099" y="339064"/>
                </a:lnTo>
                <a:lnTo>
                  <a:pt x="531837" y="319557"/>
                </a:lnTo>
                <a:lnTo>
                  <a:pt x="518541" y="272618"/>
                </a:lnTo>
                <a:lnTo>
                  <a:pt x="517652" y="250050"/>
                </a:lnTo>
                <a:lnTo>
                  <a:pt x="517652" y="91389"/>
                </a:lnTo>
                <a:lnTo>
                  <a:pt x="447471" y="91389"/>
                </a:lnTo>
                <a:lnTo>
                  <a:pt x="447471" y="261035"/>
                </a:lnTo>
                <a:lnTo>
                  <a:pt x="447865" y="276047"/>
                </a:lnTo>
                <a:lnTo>
                  <a:pt x="453809" y="317474"/>
                </a:lnTo>
                <a:lnTo>
                  <a:pt x="475005" y="361759"/>
                </a:lnTo>
                <a:lnTo>
                  <a:pt x="514565" y="390715"/>
                </a:lnTo>
                <a:lnTo>
                  <a:pt x="558241" y="400558"/>
                </a:lnTo>
                <a:lnTo>
                  <a:pt x="575818" y="401205"/>
                </a:lnTo>
                <a:lnTo>
                  <a:pt x="594842" y="400862"/>
                </a:lnTo>
                <a:lnTo>
                  <a:pt x="647166" y="395719"/>
                </a:lnTo>
                <a:lnTo>
                  <a:pt x="689051" y="387604"/>
                </a:lnTo>
                <a:lnTo>
                  <a:pt x="699998" y="3849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459097" y="2587862"/>
            <a:ext cx="86995" cy="434975"/>
          </a:xfrm>
          <a:custGeom>
            <a:avLst/>
            <a:gdLst/>
            <a:ahLst/>
            <a:cxnLst/>
            <a:rect l="l" t="t" r="r" b="b"/>
            <a:pathLst>
              <a:path w="86995" h="434975">
                <a:moveTo>
                  <a:pt x="43561" y="0"/>
                </a:moveTo>
                <a:lnTo>
                  <a:pt x="7182" y="17967"/>
                </a:lnTo>
                <a:lnTo>
                  <a:pt x="0" y="43450"/>
                </a:lnTo>
                <a:lnTo>
                  <a:pt x="798" y="52752"/>
                </a:lnTo>
                <a:lnTo>
                  <a:pt x="27006" y="83395"/>
                </a:lnTo>
                <a:lnTo>
                  <a:pt x="43561" y="86319"/>
                </a:lnTo>
                <a:lnTo>
                  <a:pt x="51965" y="85586"/>
                </a:lnTo>
                <a:lnTo>
                  <a:pt x="83263" y="61056"/>
                </a:lnTo>
                <a:lnTo>
                  <a:pt x="86455" y="43450"/>
                </a:lnTo>
                <a:lnTo>
                  <a:pt x="85669" y="34009"/>
                </a:lnTo>
                <a:lnTo>
                  <a:pt x="85657" y="33869"/>
                </a:lnTo>
                <a:lnTo>
                  <a:pt x="59938" y="2913"/>
                </a:lnTo>
                <a:lnTo>
                  <a:pt x="52141" y="730"/>
                </a:lnTo>
                <a:lnTo>
                  <a:pt x="43561" y="0"/>
                </a:lnTo>
                <a:close/>
              </a:path>
              <a:path w="86995" h="434975">
                <a:moveTo>
                  <a:pt x="78944" y="132017"/>
                </a:moveTo>
                <a:lnTo>
                  <a:pt x="8678" y="132017"/>
                </a:lnTo>
                <a:lnTo>
                  <a:pt x="8678" y="434842"/>
                </a:lnTo>
                <a:lnTo>
                  <a:pt x="78944" y="434842"/>
                </a:lnTo>
                <a:lnTo>
                  <a:pt x="78944" y="1320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612899" y="2713553"/>
            <a:ext cx="185420" cy="309245"/>
          </a:xfrm>
          <a:custGeom>
            <a:avLst/>
            <a:gdLst/>
            <a:ahLst/>
            <a:cxnLst/>
            <a:rect l="l" t="t" r="r" b="b"/>
            <a:pathLst>
              <a:path w="185420" h="309244">
                <a:moveTo>
                  <a:pt x="123090" y="0"/>
                </a:moveTo>
                <a:lnTo>
                  <a:pt x="82961" y="1675"/>
                </a:lnTo>
                <a:lnTo>
                  <a:pt x="36191" y="10029"/>
                </a:lnTo>
                <a:lnTo>
                  <a:pt x="0" y="20809"/>
                </a:lnTo>
                <a:lnTo>
                  <a:pt x="0" y="309150"/>
                </a:lnTo>
                <a:lnTo>
                  <a:pt x="70182" y="309150"/>
                </a:lnTo>
                <a:lnTo>
                  <a:pt x="70182" y="66591"/>
                </a:lnTo>
                <a:lnTo>
                  <a:pt x="73687" y="65426"/>
                </a:lnTo>
                <a:lnTo>
                  <a:pt x="79779" y="64094"/>
                </a:lnTo>
                <a:lnTo>
                  <a:pt x="97137" y="60931"/>
                </a:lnTo>
                <a:lnTo>
                  <a:pt x="105398" y="60182"/>
                </a:lnTo>
                <a:lnTo>
                  <a:pt x="113159" y="60182"/>
                </a:lnTo>
                <a:lnTo>
                  <a:pt x="159141" y="65509"/>
                </a:lnTo>
                <a:lnTo>
                  <a:pt x="173077" y="69421"/>
                </a:lnTo>
                <a:lnTo>
                  <a:pt x="185261" y="10404"/>
                </a:lnTo>
                <a:lnTo>
                  <a:pt x="140949" y="1415"/>
                </a:lnTo>
                <a:lnTo>
                  <a:pt x="134690" y="832"/>
                </a:lnTo>
                <a:lnTo>
                  <a:pt x="1230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06523" y="3214827"/>
            <a:ext cx="1515745" cy="443230"/>
          </a:xfrm>
          <a:custGeom>
            <a:avLst/>
            <a:gdLst/>
            <a:ahLst/>
            <a:cxnLst/>
            <a:rect l="l" t="t" r="r" b="b"/>
            <a:pathLst>
              <a:path w="1515745" h="443229">
                <a:moveTo>
                  <a:pt x="274015" y="279184"/>
                </a:moveTo>
                <a:lnTo>
                  <a:pt x="265239" y="211772"/>
                </a:lnTo>
                <a:lnTo>
                  <a:pt x="252742" y="183045"/>
                </a:lnTo>
                <a:lnTo>
                  <a:pt x="238899" y="163398"/>
                </a:lnTo>
                <a:lnTo>
                  <a:pt x="219633" y="146469"/>
                </a:lnTo>
                <a:lnTo>
                  <a:pt x="203733" y="138010"/>
                </a:lnTo>
                <a:lnTo>
                  <a:pt x="203733" y="253631"/>
                </a:lnTo>
                <a:lnTo>
                  <a:pt x="73152" y="253631"/>
                </a:lnTo>
                <a:lnTo>
                  <a:pt x="74142" y="247459"/>
                </a:lnTo>
                <a:lnTo>
                  <a:pt x="74206" y="246989"/>
                </a:lnTo>
                <a:lnTo>
                  <a:pt x="75615" y="240449"/>
                </a:lnTo>
                <a:lnTo>
                  <a:pt x="92621" y="205016"/>
                </a:lnTo>
                <a:lnTo>
                  <a:pt x="126568" y="184543"/>
                </a:lnTo>
                <a:lnTo>
                  <a:pt x="141668" y="183045"/>
                </a:lnTo>
                <a:lnTo>
                  <a:pt x="150215" y="183413"/>
                </a:lnTo>
                <a:lnTo>
                  <a:pt x="149529" y="183413"/>
                </a:lnTo>
                <a:lnTo>
                  <a:pt x="156260" y="184391"/>
                </a:lnTo>
                <a:lnTo>
                  <a:pt x="191452" y="208546"/>
                </a:lnTo>
                <a:lnTo>
                  <a:pt x="203479" y="246532"/>
                </a:lnTo>
                <a:lnTo>
                  <a:pt x="203733" y="253631"/>
                </a:lnTo>
                <a:lnTo>
                  <a:pt x="203733" y="138010"/>
                </a:lnTo>
                <a:lnTo>
                  <a:pt x="196900" y="134366"/>
                </a:lnTo>
                <a:lnTo>
                  <a:pt x="171043" y="127203"/>
                </a:lnTo>
                <a:lnTo>
                  <a:pt x="171818" y="127203"/>
                </a:lnTo>
                <a:lnTo>
                  <a:pt x="141109" y="124688"/>
                </a:lnTo>
                <a:lnTo>
                  <a:pt x="127812" y="125323"/>
                </a:lnTo>
                <a:lnTo>
                  <a:pt x="114681" y="127203"/>
                </a:lnTo>
                <a:lnTo>
                  <a:pt x="76428" y="140449"/>
                </a:lnTo>
                <a:lnTo>
                  <a:pt x="43561" y="164896"/>
                </a:lnTo>
                <a:lnTo>
                  <a:pt x="18440" y="200317"/>
                </a:lnTo>
                <a:lnTo>
                  <a:pt x="3175" y="246532"/>
                </a:lnTo>
                <a:lnTo>
                  <a:pt x="3073" y="246989"/>
                </a:lnTo>
                <a:lnTo>
                  <a:pt x="2971" y="247459"/>
                </a:lnTo>
                <a:lnTo>
                  <a:pt x="749" y="265569"/>
                </a:lnTo>
                <a:lnTo>
                  <a:pt x="0" y="284924"/>
                </a:lnTo>
                <a:lnTo>
                  <a:pt x="25" y="287337"/>
                </a:lnTo>
                <a:lnTo>
                  <a:pt x="5143" y="333121"/>
                </a:lnTo>
                <a:lnTo>
                  <a:pt x="20980" y="374573"/>
                </a:lnTo>
                <a:lnTo>
                  <a:pt x="47904" y="407606"/>
                </a:lnTo>
                <a:lnTo>
                  <a:pt x="86410" y="430593"/>
                </a:lnTo>
                <a:lnTo>
                  <a:pt x="136677" y="441756"/>
                </a:lnTo>
                <a:lnTo>
                  <a:pt x="156057" y="442506"/>
                </a:lnTo>
                <a:lnTo>
                  <a:pt x="161290" y="442506"/>
                </a:lnTo>
                <a:lnTo>
                  <a:pt x="201447" y="438734"/>
                </a:lnTo>
                <a:lnTo>
                  <a:pt x="237959" y="430593"/>
                </a:lnTo>
                <a:lnTo>
                  <a:pt x="244983" y="428434"/>
                </a:lnTo>
                <a:lnTo>
                  <a:pt x="250291" y="426440"/>
                </a:lnTo>
                <a:lnTo>
                  <a:pt x="254177" y="424522"/>
                </a:lnTo>
                <a:lnTo>
                  <a:pt x="247256" y="381647"/>
                </a:lnTo>
                <a:lnTo>
                  <a:pt x="244919" y="367169"/>
                </a:lnTo>
                <a:lnTo>
                  <a:pt x="200685" y="379082"/>
                </a:lnTo>
                <a:lnTo>
                  <a:pt x="164820" y="381647"/>
                </a:lnTo>
                <a:lnTo>
                  <a:pt x="146215" y="380517"/>
                </a:lnTo>
                <a:lnTo>
                  <a:pt x="144881" y="380517"/>
                </a:lnTo>
                <a:lnTo>
                  <a:pt x="98361" y="361670"/>
                </a:lnTo>
                <a:lnTo>
                  <a:pt x="75222" y="322516"/>
                </a:lnTo>
                <a:lnTo>
                  <a:pt x="72529" y="305320"/>
                </a:lnTo>
                <a:lnTo>
                  <a:pt x="272821" y="305320"/>
                </a:lnTo>
                <a:lnTo>
                  <a:pt x="273164" y="301688"/>
                </a:lnTo>
                <a:lnTo>
                  <a:pt x="273507" y="297078"/>
                </a:lnTo>
                <a:lnTo>
                  <a:pt x="273888" y="287337"/>
                </a:lnTo>
                <a:lnTo>
                  <a:pt x="274015" y="279184"/>
                </a:lnTo>
                <a:close/>
              </a:path>
              <a:path w="1515745" h="443229">
                <a:moveTo>
                  <a:pt x="553275" y="427266"/>
                </a:moveTo>
                <a:lnTo>
                  <a:pt x="543382" y="369328"/>
                </a:lnTo>
                <a:lnTo>
                  <a:pt x="536714" y="371830"/>
                </a:lnTo>
                <a:lnTo>
                  <a:pt x="529475" y="374103"/>
                </a:lnTo>
                <a:lnTo>
                  <a:pt x="486778" y="381266"/>
                </a:lnTo>
                <a:lnTo>
                  <a:pt x="477812" y="381482"/>
                </a:lnTo>
                <a:lnTo>
                  <a:pt x="455434" y="379844"/>
                </a:lnTo>
                <a:lnTo>
                  <a:pt x="409295" y="355180"/>
                </a:lnTo>
                <a:lnTo>
                  <a:pt x="390220" y="305498"/>
                </a:lnTo>
                <a:lnTo>
                  <a:pt x="388962" y="283591"/>
                </a:lnTo>
                <a:lnTo>
                  <a:pt x="390296" y="261493"/>
                </a:lnTo>
                <a:lnTo>
                  <a:pt x="410425" y="211010"/>
                </a:lnTo>
                <a:lnTo>
                  <a:pt x="453745" y="186817"/>
                </a:lnTo>
                <a:lnTo>
                  <a:pt x="473125" y="185204"/>
                </a:lnTo>
                <a:lnTo>
                  <a:pt x="481685" y="185420"/>
                </a:lnTo>
                <a:lnTo>
                  <a:pt x="520496" y="192595"/>
                </a:lnTo>
                <a:lnTo>
                  <a:pt x="533501" y="197358"/>
                </a:lnTo>
                <a:lnTo>
                  <a:pt x="548576" y="140093"/>
                </a:lnTo>
                <a:lnTo>
                  <a:pt x="529132" y="133261"/>
                </a:lnTo>
                <a:lnTo>
                  <a:pt x="509104" y="128371"/>
                </a:lnTo>
                <a:lnTo>
                  <a:pt x="488492" y="125425"/>
                </a:lnTo>
                <a:lnTo>
                  <a:pt x="467296" y="124447"/>
                </a:lnTo>
                <a:lnTo>
                  <a:pt x="450316" y="125209"/>
                </a:lnTo>
                <a:lnTo>
                  <a:pt x="404596" y="136677"/>
                </a:lnTo>
                <a:lnTo>
                  <a:pt x="367538" y="160083"/>
                </a:lnTo>
                <a:lnTo>
                  <a:pt x="340067" y="193636"/>
                </a:lnTo>
                <a:lnTo>
                  <a:pt x="322821" y="235839"/>
                </a:lnTo>
                <a:lnTo>
                  <a:pt x="316928" y="283768"/>
                </a:lnTo>
                <a:lnTo>
                  <a:pt x="317004" y="283591"/>
                </a:lnTo>
                <a:lnTo>
                  <a:pt x="317576" y="300393"/>
                </a:lnTo>
                <a:lnTo>
                  <a:pt x="326263" y="347027"/>
                </a:lnTo>
                <a:lnTo>
                  <a:pt x="345579" y="386321"/>
                </a:lnTo>
                <a:lnTo>
                  <a:pt x="375767" y="416242"/>
                </a:lnTo>
                <a:lnTo>
                  <a:pt x="417042" y="435610"/>
                </a:lnTo>
                <a:lnTo>
                  <a:pt x="469671" y="442252"/>
                </a:lnTo>
                <a:lnTo>
                  <a:pt x="482079" y="441972"/>
                </a:lnTo>
                <a:lnTo>
                  <a:pt x="529158" y="435279"/>
                </a:lnTo>
                <a:lnTo>
                  <a:pt x="546709" y="430072"/>
                </a:lnTo>
                <a:lnTo>
                  <a:pt x="553275" y="427266"/>
                </a:lnTo>
                <a:close/>
              </a:path>
              <a:path w="1515745" h="443229">
                <a:moveTo>
                  <a:pt x="861402" y="283184"/>
                </a:moveTo>
                <a:lnTo>
                  <a:pt x="855395" y="233083"/>
                </a:lnTo>
                <a:lnTo>
                  <a:pt x="837831" y="190893"/>
                </a:lnTo>
                <a:lnTo>
                  <a:pt x="810679" y="158153"/>
                </a:lnTo>
                <a:lnTo>
                  <a:pt x="789419" y="143243"/>
                </a:lnTo>
                <a:lnTo>
                  <a:pt x="789419" y="283184"/>
                </a:lnTo>
                <a:lnTo>
                  <a:pt x="788212" y="304698"/>
                </a:lnTo>
                <a:lnTo>
                  <a:pt x="769962" y="355600"/>
                </a:lnTo>
                <a:lnTo>
                  <a:pt x="732167" y="380580"/>
                </a:lnTo>
                <a:lnTo>
                  <a:pt x="715708" y="382231"/>
                </a:lnTo>
                <a:lnTo>
                  <a:pt x="699262" y="380580"/>
                </a:lnTo>
                <a:lnTo>
                  <a:pt x="661466" y="355600"/>
                </a:lnTo>
                <a:lnTo>
                  <a:pt x="643242" y="304888"/>
                </a:lnTo>
                <a:lnTo>
                  <a:pt x="643204" y="304698"/>
                </a:lnTo>
                <a:lnTo>
                  <a:pt x="643216" y="261797"/>
                </a:lnTo>
                <a:lnTo>
                  <a:pt x="661466" y="211683"/>
                </a:lnTo>
                <a:lnTo>
                  <a:pt x="699262" y="186944"/>
                </a:lnTo>
                <a:lnTo>
                  <a:pt x="715708" y="185293"/>
                </a:lnTo>
                <a:lnTo>
                  <a:pt x="732167" y="186944"/>
                </a:lnTo>
                <a:lnTo>
                  <a:pt x="769962" y="211683"/>
                </a:lnTo>
                <a:lnTo>
                  <a:pt x="788200" y="261797"/>
                </a:lnTo>
                <a:lnTo>
                  <a:pt x="789419" y="283184"/>
                </a:lnTo>
                <a:lnTo>
                  <a:pt x="789419" y="143243"/>
                </a:lnTo>
                <a:lnTo>
                  <a:pt x="746340" y="127342"/>
                </a:lnTo>
                <a:lnTo>
                  <a:pt x="715645" y="124523"/>
                </a:lnTo>
                <a:lnTo>
                  <a:pt x="700011" y="125234"/>
                </a:lnTo>
                <a:lnTo>
                  <a:pt x="657021" y="135851"/>
                </a:lnTo>
                <a:lnTo>
                  <a:pt x="621017" y="158153"/>
                </a:lnTo>
                <a:lnTo>
                  <a:pt x="593559" y="190893"/>
                </a:lnTo>
                <a:lnTo>
                  <a:pt x="575957" y="233083"/>
                </a:lnTo>
                <a:lnTo>
                  <a:pt x="569912" y="283184"/>
                </a:lnTo>
                <a:lnTo>
                  <a:pt x="570585" y="300723"/>
                </a:lnTo>
                <a:lnTo>
                  <a:pt x="580682" y="348602"/>
                </a:lnTo>
                <a:lnTo>
                  <a:pt x="601535" y="387997"/>
                </a:lnTo>
                <a:lnTo>
                  <a:pt x="631621" y="417512"/>
                </a:lnTo>
                <a:lnTo>
                  <a:pt x="670153" y="436499"/>
                </a:lnTo>
                <a:lnTo>
                  <a:pt x="715645" y="443001"/>
                </a:lnTo>
                <a:lnTo>
                  <a:pt x="731545" y="442277"/>
                </a:lnTo>
                <a:lnTo>
                  <a:pt x="775157" y="431431"/>
                </a:lnTo>
                <a:lnTo>
                  <a:pt x="811276" y="408813"/>
                </a:lnTo>
                <a:lnTo>
                  <a:pt x="838314" y="375945"/>
                </a:lnTo>
                <a:lnTo>
                  <a:pt x="855522" y="333451"/>
                </a:lnTo>
                <a:lnTo>
                  <a:pt x="860742" y="300723"/>
                </a:lnTo>
                <a:lnTo>
                  <a:pt x="861402" y="283184"/>
                </a:lnTo>
                <a:close/>
              </a:path>
              <a:path w="1515745" h="443229">
                <a:moveTo>
                  <a:pt x="1119022" y="354355"/>
                </a:moveTo>
                <a:lnTo>
                  <a:pt x="1110805" y="312521"/>
                </a:lnTo>
                <a:lnTo>
                  <a:pt x="1084491" y="283083"/>
                </a:lnTo>
                <a:lnTo>
                  <a:pt x="1049286" y="264477"/>
                </a:lnTo>
                <a:lnTo>
                  <a:pt x="1018946" y="252742"/>
                </a:lnTo>
                <a:lnTo>
                  <a:pt x="1012266" y="250202"/>
                </a:lnTo>
                <a:lnTo>
                  <a:pt x="976566" y="228485"/>
                </a:lnTo>
                <a:lnTo>
                  <a:pt x="972223" y="216255"/>
                </a:lnTo>
                <a:lnTo>
                  <a:pt x="972223" y="211264"/>
                </a:lnTo>
                <a:lnTo>
                  <a:pt x="1000937" y="183603"/>
                </a:lnTo>
                <a:lnTo>
                  <a:pt x="1020381" y="181800"/>
                </a:lnTo>
                <a:lnTo>
                  <a:pt x="1031913" y="182067"/>
                </a:lnTo>
                <a:lnTo>
                  <a:pt x="1070787" y="188353"/>
                </a:lnTo>
                <a:lnTo>
                  <a:pt x="1091806" y="195694"/>
                </a:lnTo>
                <a:lnTo>
                  <a:pt x="1104582" y="138925"/>
                </a:lnTo>
                <a:lnTo>
                  <a:pt x="1055687" y="127254"/>
                </a:lnTo>
                <a:lnTo>
                  <a:pt x="1016952" y="124447"/>
                </a:lnTo>
                <a:lnTo>
                  <a:pt x="991920" y="125945"/>
                </a:lnTo>
                <a:lnTo>
                  <a:pt x="950112" y="137960"/>
                </a:lnTo>
                <a:lnTo>
                  <a:pt x="919861" y="161645"/>
                </a:lnTo>
                <a:lnTo>
                  <a:pt x="902538" y="214261"/>
                </a:lnTo>
                <a:lnTo>
                  <a:pt x="902970" y="224523"/>
                </a:lnTo>
                <a:lnTo>
                  <a:pt x="917143" y="264121"/>
                </a:lnTo>
                <a:lnTo>
                  <a:pt x="947381" y="289788"/>
                </a:lnTo>
                <a:lnTo>
                  <a:pt x="990244" y="308648"/>
                </a:lnTo>
                <a:lnTo>
                  <a:pt x="1004798" y="314350"/>
                </a:lnTo>
                <a:lnTo>
                  <a:pt x="1041158" y="335305"/>
                </a:lnTo>
                <a:lnTo>
                  <a:pt x="1048829" y="354926"/>
                </a:lnTo>
                <a:lnTo>
                  <a:pt x="1048029" y="362458"/>
                </a:lnTo>
                <a:lnTo>
                  <a:pt x="1008468" y="384060"/>
                </a:lnTo>
                <a:lnTo>
                  <a:pt x="995502" y="384479"/>
                </a:lnTo>
                <a:lnTo>
                  <a:pt x="981773" y="384035"/>
                </a:lnTo>
                <a:lnTo>
                  <a:pt x="935228" y="375691"/>
                </a:lnTo>
                <a:lnTo>
                  <a:pt x="908304" y="366420"/>
                </a:lnTo>
                <a:lnTo>
                  <a:pt x="896112" y="424942"/>
                </a:lnTo>
                <a:lnTo>
                  <a:pt x="943508" y="438581"/>
                </a:lnTo>
                <a:lnTo>
                  <a:pt x="994752" y="442328"/>
                </a:lnTo>
                <a:lnTo>
                  <a:pt x="1022934" y="440944"/>
                </a:lnTo>
                <a:lnTo>
                  <a:pt x="1068946" y="429793"/>
                </a:lnTo>
                <a:lnTo>
                  <a:pt x="1100886" y="407581"/>
                </a:lnTo>
                <a:lnTo>
                  <a:pt x="1117003" y="374751"/>
                </a:lnTo>
                <a:lnTo>
                  <a:pt x="1119022" y="354355"/>
                </a:lnTo>
                <a:close/>
              </a:path>
              <a:path w="1515745" h="443229">
                <a:moveTo>
                  <a:pt x="1241018" y="132016"/>
                </a:moveTo>
                <a:lnTo>
                  <a:pt x="1170838" y="132016"/>
                </a:lnTo>
                <a:lnTo>
                  <a:pt x="1170838" y="434848"/>
                </a:lnTo>
                <a:lnTo>
                  <a:pt x="1241018" y="434848"/>
                </a:lnTo>
                <a:lnTo>
                  <a:pt x="1241018" y="132016"/>
                </a:lnTo>
                <a:close/>
              </a:path>
              <a:path w="1515745" h="443229">
                <a:moveTo>
                  <a:pt x="1248613" y="43446"/>
                </a:moveTo>
                <a:lnTo>
                  <a:pt x="1247838" y="34061"/>
                </a:lnTo>
                <a:lnTo>
                  <a:pt x="1247813" y="33883"/>
                </a:lnTo>
                <a:lnTo>
                  <a:pt x="1245463" y="25552"/>
                </a:lnTo>
                <a:lnTo>
                  <a:pt x="1245425" y="25400"/>
                </a:lnTo>
                <a:lnTo>
                  <a:pt x="1214234" y="736"/>
                </a:lnTo>
                <a:lnTo>
                  <a:pt x="1205636" y="0"/>
                </a:lnTo>
                <a:lnTo>
                  <a:pt x="1196949" y="736"/>
                </a:lnTo>
                <a:lnTo>
                  <a:pt x="1165352" y="25400"/>
                </a:lnTo>
                <a:lnTo>
                  <a:pt x="1165263" y="25552"/>
                </a:lnTo>
                <a:lnTo>
                  <a:pt x="1162926" y="33883"/>
                </a:lnTo>
                <a:lnTo>
                  <a:pt x="1162875" y="34061"/>
                </a:lnTo>
                <a:lnTo>
                  <a:pt x="1162075" y="43446"/>
                </a:lnTo>
                <a:lnTo>
                  <a:pt x="1181620" y="79819"/>
                </a:lnTo>
                <a:lnTo>
                  <a:pt x="1205636" y="86321"/>
                </a:lnTo>
                <a:lnTo>
                  <a:pt x="1214056" y="85598"/>
                </a:lnTo>
                <a:lnTo>
                  <a:pt x="1245425" y="61125"/>
                </a:lnTo>
                <a:lnTo>
                  <a:pt x="1247813" y="52806"/>
                </a:lnTo>
                <a:lnTo>
                  <a:pt x="1248613" y="43446"/>
                </a:lnTo>
                <a:close/>
              </a:path>
              <a:path w="1515745" h="443229">
                <a:moveTo>
                  <a:pt x="1515491" y="354355"/>
                </a:moveTo>
                <a:lnTo>
                  <a:pt x="1507274" y="312521"/>
                </a:lnTo>
                <a:lnTo>
                  <a:pt x="1480921" y="283083"/>
                </a:lnTo>
                <a:lnTo>
                  <a:pt x="1445729" y="264477"/>
                </a:lnTo>
                <a:lnTo>
                  <a:pt x="1415415" y="252742"/>
                </a:lnTo>
                <a:lnTo>
                  <a:pt x="1408734" y="250202"/>
                </a:lnTo>
                <a:lnTo>
                  <a:pt x="1373047" y="228485"/>
                </a:lnTo>
                <a:lnTo>
                  <a:pt x="1368615" y="216255"/>
                </a:lnTo>
                <a:lnTo>
                  <a:pt x="1368615" y="211264"/>
                </a:lnTo>
                <a:lnTo>
                  <a:pt x="1397381" y="183603"/>
                </a:lnTo>
                <a:lnTo>
                  <a:pt x="1416850" y="181800"/>
                </a:lnTo>
                <a:lnTo>
                  <a:pt x="1428381" y="182067"/>
                </a:lnTo>
                <a:lnTo>
                  <a:pt x="1467256" y="188353"/>
                </a:lnTo>
                <a:lnTo>
                  <a:pt x="1488198" y="195694"/>
                </a:lnTo>
                <a:lnTo>
                  <a:pt x="1500974" y="138925"/>
                </a:lnTo>
                <a:lnTo>
                  <a:pt x="1452118" y="127254"/>
                </a:lnTo>
                <a:lnTo>
                  <a:pt x="1413433" y="124447"/>
                </a:lnTo>
                <a:lnTo>
                  <a:pt x="1388364" y="125945"/>
                </a:lnTo>
                <a:lnTo>
                  <a:pt x="1346581" y="137960"/>
                </a:lnTo>
                <a:lnTo>
                  <a:pt x="1316342" y="161645"/>
                </a:lnTo>
                <a:lnTo>
                  <a:pt x="1299019" y="214261"/>
                </a:lnTo>
                <a:lnTo>
                  <a:pt x="1299438" y="224523"/>
                </a:lnTo>
                <a:lnTo>
                  <a:pt x="1313586" y="264121"/>
                </a:lnTo>
                <a:lnTo>
                  <a:pt x="1343863" y="289788"/>
                </a:lnTo>
                <a:lnTo>
                  <a:pt x="1386649" y="308648"/>
                </a:lnTo>
                <a:lnTo>
                  <a:pt x="1401241" y="314350"/>
                </a:lnTo>
                <a:lnTo>
                  <a:pt x="1437640" y="335305"/>
                </a:lnTo>
                <a:lnTo>
                  <a:pt x="1445310" y="354926"/>
                </a:lnTo>
                <a:lnTo>
                  <a:pt x="1444510" y="362458"/>
                </a:lnTo>
                <a:lnTo>
                  <a:pt x="1404912" y="384060"/>
                </a:lnTo>
                <a:lnTo>
                  <a:pt x="1391907" y="384479"/>
                </a:lnTo>
                <a:lnTo>
                  <a:pt x="1378254" y="384035"/>
                </a:lnTo>
                <a:lnTo>
                  <a:pt x="1331658" y="375691"/>
                </a:lnTo>
                <a:lnTo>
                  <a:pt x="1304772" y="366420"/>
                </a:lnTo>
                <a:lnTo>
                  <a:pt x="1292593" y="424942"/>
                </a:lnTo>
                <a:lnTo>
                  <a:pt x="1339989" y="438581"/>
                </a:lnTo>
                <a:lnTo>
                  <a:pt x="1391234" y="442328"/>
                </a:lnTo>
                <a:lnTo>
                  <a:pt x="1419415" y="440944"/>
                </a:lnTo>
                <a:lnTo>
                  <a:pt x="1465389" y="429793"/>
                </a:lnTo>
                <a:lnTo>
                  <a:pt x="1497330" y="407581"/>
                </a:lnTo>
                <a:lnTo>
                  <a:pt x="1513471" y="374751"/>
                </a:lnTo>
                <a:lnTo>
                  <a:pt x="1515491" y="354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969664" y="3255365"/>
            <a:ext cx="483870" cy="402590"/>
          </a:xfrm>
          <a:custGeom>
            <a:avLst/>
            <a:gdLst/>
            <a:ahLst/>
            <a:cxnLst/>
            <a:rect l="l" t="t" r="r" b="b"/>
            <a:pathLst>
              <a:path w="483870" h="402589">
                <a:moveTo>
                  <a:pt x="190436" y="384975"/>
                </a:moveTo>
                <a:lnTo>
                  <a:pt x="178841" y="329374"/>
                </a:lnTo>
                <a:lnTo>
                  <a:pt x="172999" y="331787"/>
                </a:lnTo>
                <a:lnTo>
                  <a:pt x="165150" y="334289"/>
                </a:lnTo>
                <a:lnTo>
                  <a:pt x="121335" y="341033"/>
                </a:lnTo>
                <a:lnTo>
                  <a:pt x="108407" y="340055"/>
                </a:lnTo>
                <a:lnTo>
                  <a:pt x="76771" y="316280"/>
                </a:lnTo>
                <a:lnTo>
                  <a:pt x="70180" y="273278"/>
                </a:lnTo>
                <a:lnTo>
                  <a:pt x="70180" y="149999"/>
                </a:lnTo>
                <a:lnTo>
                  <a:pt x="178168" y="149999"/>
                </a:lnTo>
                <a:lnTo>
                  <a:pt x="178168" y="91478"/>
                </a:lnTo>
                <a:lnTo>
                  <a:pt x="70180" y="91478"/>
                </a:lnTo>
                <a:lnTo>
                  <a:pt x="70180" y="0"/>
                </a:lnTo>
                <a:lnTo>
                  <a:pt x="0" y="11569"/>
                </a:lnTo>
                <a:lnTo>
                  <a:pt x="88" y="273850"/>
                </a:lnTo>
                <a:lnTo>
                  <a:pt x="2971" y="315264"/>
                </a:lnTo>
                <a:lnTo>
                  <a:pt x="17373" y="358660"/>
                </a:lnTo>
                <a:lnTo>
                  <a:pt x="47510" y="387718"/>
                </a:lnTo>
                <a:lnTo>
                  <a:pt x="96494" y="400685"/>
                </a:lnTo>
                <a:lnTo>
                  <a:pt x="112077" y="401218"/>
                </a:lnTo>
                <a:lnTo>
                  <a:pt x="124980" y="400875"/>
                </a:lnTo>
                <a:lnTo>
                  <a:pt x="167881" y="392988"/>
                </a:lnTo>
                <a:lnTo>
                  <a:pt x="183845" y="387616"/>
                </a:lnTo>
                <a:lnTo>
                  <a:pt x="190436" y="384975"/>
                </a:lnTo>
                <a:close/>
              </a:path>
              <a:path w="483870" h="402589">
                <a:moveTo>
                  <a:pt x="483514" y="238645"/>
                </a:moveTo>
                <a:lnTo>
                  <a:pt x="481965" y="213093"/>
                </a:lnTo>
                <a:lnTo>
                  <a:pt x="481330" y="202565"/>
                </a:lnTo>
                <a:lnTo>
                  <a:pt x="474751" y="171234"/>
                </a:lnTo>
                <a:lnTo>
                  <a:pt x="463804" y="144665"/>
                </a:lnTo>
                <a:lnTo>
                  <a:pt x="462280" y="142506"/>
                </a:lnTo>
                <a:lnTo>
                  <a:pt x="448475" y="122859"/>
                </a:lnTo>
                <a:lnTo>
                  <a:pt x="429171" y="105930"/>
                </a:lnTo>
                <a:lnTo>
                  <a:pt x="413258" y="97459"/>
                </a:lnTo>
                <a:lnTo>
                  <a:pt x="413258" y="213093"/>
                </a:lnTo>
                <a:lnTo>
                  <a:pt x="282740" y="213093"/>
                </a:lnTo>
                <a:lnTo>
                  <a:pt x="283705" y="206921"/>
                </a:lnTo>
                <a:lnTo>
                  <a:pt x="283768" y="206451"/>
                </a:lnTo>
                <a:lnTo>
                  <a:pt x="285153" y="199910"/>
                </a:lnTo>
                <a:lnTo>
                  <a:pt x="302183" y="164477"/>
                </a:lnTo>
                <a:lnTo>
                  <a:pt x="336105" y="144005"/>
                </a:lnTo>
                <a:lnTo>
                  <a:pt x="351243" y="142506"/>
                </a:lnTo>
                <a:lnTo>
                  <a:pt x="359778" y="142875"/>
                </a:lnTo>
                <a:lnTo>
                  <a:pt x="359105" y="142875"/>
                </a:lnTo>
                <a:lnTo>
                  <a:pt x="365823" y="143852"/>
                </a:lnTo>
                <a:lnTo>
                  <a:pt x="400977" y="168008"/>
                </a:lnTo>
                <a:lnTo>
                  <a:pt x="413004" y="205994"/>
                </a:lnTo>
                <a:lnTo>
                  <a:pt x="413258" y="213093"/>
                </a:lnTo>
                <a:lnTo>
                  <a:pt x="413258" y="97459"/>
                </a:lnTo>
                <a:lnTo>
                  <a:pt x="406450" y="93827"/>
                </a:lnTo>
                <a:lnTo>
                  <a:pt x="380606" y="86664"/>
                </a:lnTo>
                <a:lnTo>
                  <a:pt x="381368" y="86664"/>
                </a:lnTo>
                <a:lnTo>
                  <a:pt x="350659" y="84150"/>
                </a:lnTo>
                <a:lnTo>
                  <a:pt x="337362" y="84785"/>
                </a:lnTo>
                <a:lnTo>
                  <a:pt x="324231" y="86664"/>
                </a:lnTo>
                <a:lnTo>
                  <a:pt x="285965" y="99910"/>
                </a:lnTo>
                <a:lnTo>
                  <a:pt x="253111" y="124358"/>
                </a:lnTo>
                <a:lnTo>
                  <a:pt x="227977" y="159778"/>
                </a:lnTo>
                <a:lnTo>
                  <a:pt x="212699" y="205994"/>
                </a:lnTo>
                <a:lnTo>
                  <a:pt x="212598" y="206451"/>
                </a:lnTo>
                <a:lnTo>
                  <a:pt x="212496" y="206921"/>
                </a:lnTo>
                <a:lnTo>
                  <a:pt x="210286" y="225031"/>
                </a:lnTo>
                <a:lnTo>
                  <a:pt x="209550" y="244386"/>
                </a:lnTo>
                <a:lnTo>
                  <a:pt x="210121" y="260870"/>
                </a:lnTo>
                <a:lnTo>
                  <a:pt x="210121" y="261150"/>
                </a:lnTo>
                <a:lnTo>
                  <a:pt x="218808" y="307238"/>
                </a:lnTo>
                <a:lnTo>
                  <a:pt x="238302" y="346024"/>
                </a:lnTo>
                <a:lnTo>
                  <a:pt x="269036" y="375881"/>
                </a:lnTo>
                <a:lnTo>
                  <a:pt x="311442" y="395249"/>
                </a:lnTo>
                <a:lnTo>
                  <a:pt x="365683" y="401967"/>
                </a:lnTo>
                <a:lnTo>
                  <a:pt x="370903" y="401967"/>
                </a:lnTo>
                <a:lnTo>
                  <a:pt x="411035" y="398195"/>
                </a:lnTo>
                <a:lnTo>
                  <a:pt x="447548" y="390055"/>
                </a:lnTo>
                <a:lnTo>
                  <a:pt x="454558" y="387896"/>
                </a:lnTo>
                <a:lnTo>
                  <a:pt x="459905" y="385902"/>
                </a:lnTo>
                <a:lnTo>
                  <a:pt x="463740" y="383984"/>
                </a:lnTo>
                <a:lnTo>
                  <a:pt x="456819" y="341109"/>
                </a:lnTo>
                <a:lnTo>
                  <a:pt x="454482" y="326631"/>
                </a:lnTo>
                <a:lnTo>
                  <a:pt x="410286" y="338543"/>
                </a:lnTo>
                <a:lnTo>
                  <a:pt x="374446" y="341109"/>
                </a:lnTo>
                <a:lnTo>
                  <a:pt x="355828" y="339979"/>
                </a:lnTo>
                <a:lnTo>
                  <a:pt x="354495" y="339979"/>
                </a:lnTo>
                <a:lnTo>
                  <a:pt x="307936" y="321132"/>
                </a:lnTo>
                <a:lnTo>
                  <a:pt x="284848" y="281978"/>
                </a:lnTo>
                <a:lnTo>
                  <a:pt x="282155" y="264782"/>
                </a:lnTo>
                <a:lnTo>
                  <a:pt x="482346" y="264782"/>
                </a:lnTo>
                <a:lnTo>
                  <a:pt x="482739" y="261150"/>
                </a:lnTo>
                <a:lnTo>
                  <a:pt x="482765" y="260870"/>
                </a:lnTo>
                <a:lnTo>
                  <a:pt x="483019" y="256540"/>
                </a:lnTo>
                <a:lnTo>
                  <a:pt x="483273" y="251714"/>
                </a:lnTo>
                <a:lnTo>
                  <a:pt x="483438" y="246799"/>
                </a:lnTo>
                <a:lnTo>
                  <a:pt x="483514" y="2386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513024" y="3340511"/>
            <a:ext cx="416559" cy="309245"/>
          </a:xfrm>
          <a:custGeom>
            <a:avLst/>
            <a:gdLst/>
            <a:ahLst/>
            <a:cxnLst/>
            <a:rect l="l" t="t" r="r" b="b"/>
            <a:pathLst>
              <a:path w="416560" h="309245">
                <a:moveTo>
                  <a:pt x="299089" y="0"/>
                </a:moveTo>
                <a:lnTo>
                  <a:pt x="258156" y="6159"/>
                </a:lnTo>
                <a:lnTo>
                  <a:pt x="216889" y="23223"/>
                </a:lnTo>
                <a:lnTo>
                  <a:pt x="207292" y="29549"/>
                </a:lnTo>
                <a:lnTo>
                  <a:pt x="200187" y="23245"/>
                </a:lnTo>
                <a:lnTo>
                  <a:pt x="163192" y="4600"/>
                </a:lnTo>
                <a:lnTo>
                  <a:pt x="122506" y="0"/>
                </a:lnTo>
                <a:lnTo>
                  <a:pt x="104453" y="327"/>
                </a:lnTo>
                <a:lnTo>
                  <a:pt x="53158" y="5244"/>
                </a:lnTo>
                <a:lnTo>
                  <a:pt x="10922" y="13344"/>
                </a:lnTo>
                <a:lnTo>
                  <a:pt x="0" y="16231"/>
                </a:lnTo>
                <a:lnTo>
                  <a:pt x="0" y="309150"/>
                </a:lnTo>
                <a:lnTo>
                  <a:pt x="70265" y="309150"/>
                </a:lnTo>
                <a:lnTo>
                  <a:pt x="70265" y="64843"/>
                </a:lnTo>
                <a:lnTo>
                  <a:pt x="81865" y="63095"/>
                </a:lnTo>
                <a:lnTo>
                  <a:pt x="97935" y="61165"/>
                </a:lnTo>
                <a:lnTo>
                  <a:pt x="104460" y="60619"/>
                </a:lnTo>
                <a:lnTo>
                  <a:pt x="110703" y="60291"/>
                </a:lnTo>
                <a:lnTo>
                  <a:pt x="116664" y="60182"/>
                </a:lnTo>
                <a:lnTo>
                  <a:pt x="131640" y="61507"/>
                </a:lnTo>
                <a:lnTo>
                  <a:pt x="166270" y="93563"/>
                </a:lnTo>
                <a:lnTo>
                  <a:pt x="172994" y="149913"/>
                </a:lnTo>
                <a:lnTo>
                  <a:pt x="173161" y="149997"/>
                </a:lnTo>
                <a:lnTo>
                  <a:pt x="173161" y="309233"/>
                </a:lnTo>
                <a:lnTo>
                  <a:pt x="243343" y="309233"/>
                </a:lnTo>
                <a:lnTo>
                  <a:pt x="243343" y="141922"/>
                </a:lnTo>
                <a:lnTo>
                  <a:pt x="240530" y="99122"/>
                </a:lnTo>
                <a:lnTo>
                  <a:pt x="235249" y="76413"/>
                </a:lnTo>
                <a:lnTo>
                  <a:pt x="240256" y="72917"/>
                </a:lnTo>
                <a:lnTo>
                  <a:pt x="281499" y="60525"/>
                </a:lnTo>
                <a:lnTo>
                  <a:pt x="289826" y="60182"/>
                </a:lnTo>
                <a:lnTo>
                  <a:pt x="305005" y="61507"/>
                </a:lnTo>
                <a:lnTo>
                  <a:pt x="339524" y="93563"/>
                </a:lnTo>
                <a:lnTo>
                  <a:pt x="346072" y="149913"/>
                </a:lnTo>
                <a:lnTo>
                  <a:pt x="346072" y="309150"/>
                </a:lnTo>
                <a:lnTo>
                  <a:pt x="416338" y="309150"/>
                </a:lnTo>
                <a:lnTo>
                  <a:pt x="416338" y="138926"/>
                </a:lnTo>
                <a:lnTo>
                  <a:pt x="413486" y="95744"/>
                </a:lnTo>
                <a:lnTo>
                  <a:pt x="404394" y="58652"/>
                </a:lnTo>
                <a:lnTo>
                  <a:pt x="377804" y="22318"/>
                </a:lnTo>
                <a:lnTo>
                  <a:pt x="331312" y="2549"/>
                </a:lnTo>
                <a:lnTo>
                  <a:pt x="315971" y="638"/>
                </a:lnTo>
                <a:lnTo>
                  <a:pt x="2990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79099" y="3339346"/>
            <a:ext cx="245745" cy="316865"/>
          </a:xfrm>
          <a:custGeom>
            <a:avLst/>
            <a:gdLst/>
            <a:ahLst/>
            <a:cxnLst/>
            <a:rect l="l" t="t" r="r" b="b"/>
            <a:pathLst>
              <a:path w="245745" h="316864">
                <a:moveTo>
                  <a:pt x="133688" y="124609"/>
                </a:moveTo>
                <a:lnTo>
                  <a:pt x="89689" y="127348"/>
                </a:lnTo>
                <a:lnTo>
                  <a:pt x="46765" y="140488"/>
                </a:lnTo>
                <a:lnTo>
                  <a:pt x="15622" y="166400"/>
                </a:lnTo>
                <a:lnTo>
                  <a:pt x="627" y="206082"/>
                </a:lnTo>
                <a:lnTo>
                  <a:pt x="85" y="217171"/>
                </a:lnTo>
                <a:lnTo>
                  <a:pt x="0" y="218919"/>
                </a:lnTo>
                <a:lnTo>
                  <a:pt x="9012" y="264700"/>
                </a:lnTo>
                <a:lnTo>
                  <a:pt x="33964" y="294750"/>
                </a:lnTo>
                <a:lnTo>
                  <a:pt x="72602" y="311564"/>
                </a:lnTo>
                <a:lnTo>
                  <a:pt x="97593" y="315518"/>
                </a:lnTo>
                <a:lnTo>
                  <a:pt x="109504" y="316426"/>
                </a:lnTo>
                <a:lnTo>
                  <a:pt x="110264" y="316426"/>
                </a:lnTo>
                <a:lnTo>
                  <a:pt x="122506" y="316725"/>
                </a:lnTo>
                <a:lnTo>
                  <a:pt x="142580" y="316426"/>
                </a:lnTo>
                <a:lnTo>
                  <a:pt x="196527" y="311814"/>
                </a:lnTo>
                <a:lnTo>
                  <a:pt x="236427" y="305282"/>
                </a:lnTo>
                <a:lnTo>
                  <a:pt x="245597" y="303490"/>
                </a:lnTo>
                <a:lnTo>
                  <a:pt x="245597" y="261121"/>
                </a:lnTo>
                <a:lnTo>
                  <a:pt x="128264" y="261121"/>
                </a:lnTo>
                <a:lnTo>
                  <a:pt x="115620" y="260528"/>
                </a:lnTo>
                <a:lnTo>
                  <a:pt x="79032" y="245873"/>
                </a:lnTo>
                <a:lnTo>
                  <a:pt x="70265" y="208680"/>
                </a:lnTo>
                <a:lnTo>
                  <a:pt x="72185" y="201605"/>
                </a:lnTo>
                <a:lnTo>
                  <a:pt x="76107" y="196028"/>
                </a:lnTo>
                <a:lnTo>
                  <a:pt x="79946" y="190368"/>
                </a:lnTo>
                <a:lnTo>
                  <a:pt x="120837" y="175385"/>
                </a:lnTo>
                <a:lnTo>
                  <a:pt x="128681" y="174802"/>
                </a:lnTo>
                <a:lnTo>
                  <a:pt x="245597" y="174802"/>
                </a:lnTo>
                <a:lnTo>
                  <a:pt x="245597" y="130935"/>
                </a:lnTo>
                <a:lnTo>
                  <a:pt x="177667" y="130935"/>
                </a:lnTo>
                <a:lnTo>
                  <a:pt x="170481" y="129325"/>
                </a:lnTo>
                <a:lnTo>
                  <a:pt x="163554" y="127980"/>
                </a:lnTo>
                <a:lnTo>
                  <a:pt x="156861" y="126885"/>
                </a:lnTo>
                <a:lnTo>
                  <a:pt x="150379" y="126024"/>
                </a:lnTo>
                <a:lnTo>
                  <a:pt x="141867" y="125108"/>
                </a:lnTo>
                <a:lnTo>
                  <a:pt x="133688" y="124609"/>
                </a:lnTo>
                <a:close/>
              </a:path>
              <a:path w="245745" h="316864">
                <a:moveTo>
                  <a:pt x="245597" y="174802"/>
                </a:moveTo>
                <a:lnTo>
                  <a:pt x="145372" y="174802"/>
                </a:lnTo>
                <a:lnTo>
                  <a:pt x="153466" y="175385"/>
                </a:lnTo>
                <a:lnTo>
                  <a:pt x="160894" y="176550"/>
                </a:lnTo>
                <a:lnTo>
                  <a:pt x="168154" y="177799"/>
                </a:lnTo>
                <a:lnTo>
                  <a:pt x="173829" y="178881"/>
                </a:lnTo>
                <a:lnTo>
                  <a:pt x="177667" y="180046"/>
                </a:lnTo>
                <a:lnTo>
                  <a:pt x="177667" y="257625"/>
                </a:lnTo>
                <a:lnTo>
                  <a:pt x="168248" y="259155"/>
                </a:lnTo>
                <a:lnTo>
                  <a:pt x="156888" y="260247"/>
                </a:lnTo>
                <a:lnTo>
                  <a:pt x="143588" y="260903"/>
                </a:lnTo>
                <a:lnTo>
                  <a:pt x="128348" y="261121"/>
                </a:lnTo>
                <a:lnTo>
                  <a:pt x="245597" y="261121"/>
                </a:lnTo>
                <a:lnTo>
                  <a:pt x="245597" y="174802"/>
                </a:lnTo>
                <a:close/>
              </a:path>
              <a:path w="245745" h="316864">
                <a:moveTo>
                  <a:pt x="235405" y="59099"/>
                </a:moveTo>
                <a:lnTo>
                  <a:pt x="115580" y="59099"/>
                </a:lnTo>
                <a:lnTo>
                  <a:pt x="124202" y="59395"/>
                </a:lnTo>
                <a:lnTo>
                  <a:pt x="132051" y="60275"/>
                </a:lnTo>
                <a:lnTo>
                  <a:pt x="169406" y="82408"/>
                </a:lnTo>
                <a:lnTo>
                  <a:pt x="177667" y="130935"/>
                </a:lnTo>
                <a:lnTo>
                  <a:pt x="245597" y="130935"/>
                </a:lnTo>
                <a:lnTo>
                  <a:pt x="242182" y="82408"/>
                </a:lnTo>
                <a:lnTo>
                  <a:pt x="235944" y="60275"/>
                </a:lnTo>
                <a:lnTo>
                  <a:pt x="235405" y="59099"/>
                </a:lnTo>
                <a:close/>
              </a:path>
              <a:path w="245745" h="316864">
                <a:moveTo>
                  <a:pt x="122506" y="0"/>
                </a:moveTo>
                <a:lnTo>
                  <a:pt x="122589" y="166"/>
                </a:lnTo>
                <a:lnTo>
                  <a:pt x="103411" y="544"/>
                </a:lnTo>
                <a:lnTo>
                  <a:pt x="106722" y="544"/>
                </a:lnTo>
                <a:lnTo>
                  <a:pt x="68012" y="4744"/>
                </a:lnTo>
                <a:lnTo>
                  <a:pt x="29041" y="13984"/>
                </a:lnTo>
                <a:lnTo>
                  <a:pt x="37803" y="70753"/>
                </a:lnTo>
                <a:lnTo>
                  <a:pt x="44656" y="68472"/>
                </a:lnTo>
                <a:lnTo>
                  <a:pt x="52449" y="66362"/>
                </a:lnTo>
                <a:lnTo>
                  <a:pt x="92182" y="59973"/>
                </a:lnTo>
                <a:lnTo>
                  <a:pt x="102287" y="59395"/>
                </a:lnTo>
                <a:lnTo>
                  <a:pt x="99429" y="59395"/>
                </a:lnTo>
                <a:lnTo>
                  <a:pt x="115580" y="59099"/>
                </a:lnTo>
                <a:lnTo>
                  <a:pt x="235405" y="59099"/>
                </a:lnTo>
                <a:lnTo>
                  <a:pt x="231358" y="50338"/>
                </a:lnTo>
                <a:lnTo>
                  <a:pt x="202536" y="19134"/>
                </a:lnTo>
                <a:lnTo>
                  <a:pt x="154562" y="2174"/>
                </a:lnTo>
                <a:lnTo>
                  <a:pt x="139218" y="544"/>
                </a:lnTo>
                <a:lnTo>
                  <a:pt x="1225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72764" y="3339263"/>
            <a:ext cx="222885" cy="318135"/>
          </a:xfrm>
          <a:custGeom>
            <a:avLst/>
            <a:gdLst/>
            <a:ahLst/>
            <a:cxnLst/>
            <a:rect l="l" t="t" r="r" b="b"/>
            <a:pathLst>
              <a:path w="222885" h="318135">
                <a:moveTo>
                  <a:pt x="120837" y="0"/>
                </a:moveTo>
                <a:lnTo>
                  <a:pt x="73489" y="6003"/>
                </a:lnTo>
                <a:lnTo>
                  <a:pt x="37219" y="24056"/>
                </a:lnTo>
                <a:lnTo>
                  <a:pt x="8350" y="70070"/>
                </a:lnTo>
                <a:lnTo>
                  <a:pt x="6425" y="89815"/>
                </a:lnTo>
                <a:lnTo>
                  <a:pt x="6846" y="100083"/>
                </a:lnTo>
                <a:lnTo>
                  <a:pt x="20987" y="139675"/>
                </a:lnTo>
                <a:lnTo>
                  <a:pt x="51269" y="165349"/>
                </a:lnTo>
                <a:lnTo>
                  <a:pt x="94049" y="184208"/>
                </a:lnTo>
                <a:lnTo>
                  <a:pt x="108647" y="189903"/>
                </a:lnTo>
                <a:lnTo>
                  <a:pt x="145005" y="210859"/>
                </a:lnTo>
                <a:lnTo>
                  <a:pt x="152715" y="230489"/>
                </a:lnTo>
                <a:lnTo>
                  <a:pt x="151917" y="238011"/>
                </a:lnTo>
                <a:lnTo>
                  <a:pt x="112311" y="259619"/>
                </a:lnTo>
                <a:lnTo>
                  <a:pt x="99223" y="259956"/>
                </a:lnTo>
                <a:lnTo>
                  <a:pt x="85656" y="259597"/>
                </a:lnTo>
                <a:lnTo>
                  <a:pt x="39069" y="251247"/>
                </a:lnTo>
                <a:lnTo>
                  <a:pt x="12183" y="241976"/>
                </a:lnTo>
                <a:lnTo>
                  <a:pt x="0" y="300493"/>
                </a:lnTo>
                <a:lnTo>
                  <a:pt x="47391" y="314133"/>
                </a:lnTo>
                <a:lnTo>
                  <a:pt x="98639" y="317890"/>
                </a:lnTo>
                <a:lnTo>
                  <a:pt x="126821" y="316500"/>
                </a:lnTo>
                <a:lnTo>
                  <a:pt x="172795" y="305354"/>
                </a:lnTo>
                <a:lnTo>
                  <a:pt x="204719" y="283143"/>
                </a:lnTo>
                <a:lnTo>
                  <a:pt x="222814" y="229906"/>
                </a:lnTo>
                <a:lnTo>
                  <a:pt x="222499" y="220115"/>
                </a:lnTo>
                <a:lnTo>
                  <a:pt x="210943" y="181440"/>
                </a:lnTo>
                <a:lnTo>
                  <a:pt x="180768" y="153718"/>
                </a:lnTo>
                <a:lnTo>
                  <a:pt x="142086" y="135456"/>
                </a:lnTo>
                <a:lnTo>
                  <a:pt x="122824" y="128295"/>
                </a:lnTo>
                <a:lnTo>
                  <a:pt x="116143" y="125753"/>
                </a:lnTo>
                <a:lnTo>
                  <a:pt x="80447" y="104049"/>
                </a:lnTo>
                <a:lnTo>
                  <a:pt x="76024" y="86818"/>
                </a:lnTo>
                <a:lnTo>
                  <a:pt x="76866" y="79799"/>
                </a:lnTo>
                <a:lnTo>
                  <a:pt x="114008" y="57804"/>
                </a:lnTo>
                <a:lnTo>
                  <a:pt x="124258" y="57351"/>
                </a:lnTo>
                <a:lnTo>
                  <a:pt x="135790" y="57630"/>
                </a:lnTo>
                <a:lnTo>
                  <a:pt x="174662" y="63913"/>
                </a:lnTo>
                <a:lnTo>
                  <a:pt x="195609" y="71252"/>
                </a:lnTo>
                <a:lnTo>
                  <a:pt x="208377" y="14483"/>
                </a:lnTo>
                <a:lnTo>
                  <a:pt x="159517" y="2809"/>
                </a:lnTo>
                <a:lnTo>
                  <a:pt x="133991" y="312"/>
                </a:lnTo>
                <a:lnTo>
                  <a:pt x="1208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67489" y="3200425"/>
            <a:ext cx="487045" cy="457834"/>
          </a:xfrm>
          <a:custGeom>
            <a:avLst/>
            <a:gdLst/>
            <a:ahLst/>
            <a:cxnLst/>
            <a:rect l="l" t="t" r="r" b="b"/>
            <a:pathLst>
              <a:path w="487045" h="457835">
                <a:moveTo>
                  <a:pt x="194437" y="12153"/>
                </a:moveTo>
                <a:lnTo>
                  <a:pt x="156933" y="2463"/>
                </a:lnTo>
                <a:lnTo>
                  <a:pt x="123672" y="0"/>
                </a:lnTo>
                <a:lnTo>
                  <a:pt x="123672" y="165"/>
                </a:lnTo>
                <a:lnTo>
                  <a:pt x="94551" y="2235"/>
                </a:lnTo>
                <a:lnTo>
                  <a:pt x="48133" y="18808"/>
                </a:lnTo>
                <a:lnTo>
                  <a:pt x="17310" y="51574"/>
                </a:lnTo>
                <a:lnTo>
                  <a:pt x="1917" y="97459"/>
                </a:lnTo>
                <a:lnTo>
                  <a:pt x="0" y="125107"/>
                </a:lnTo>
                <a:lnTo>
                  <a:pt x="0" y="449414"/>
                </a:lnTo>
                <a:lnTo>
                  <a:pt x="70256" y="449414"/>
                </a:lnTo>
                <a:lnTo>
                  <a:pt x="70256" y="205016"/>
                </a:lnTo>
                <a:lnTo>
                  <a:pt x="180505" y="205016"/>
                </a:lnTo>
                <a:lnTo>
                  <a:pt x="180505" y="146583"/>
                </a:lnTo>
                <a:lnTo>
                  <a:pt x="70256" y="146583"/>
                </a:lnTo>
                <a:lnTo>
                  <a:pt x="70256" y="126276"/>
                </a:lnTo>
                <a:lnTo>
                  <a:pt x="78359" y="83985"/>
                </a:lnTo>
                <a:lnTo>
                  <a:pt x="114503" y="60896"/>
                </a:lnTo>
                <a:lnTo>
                  <a:pt x="130009" y="59690"/>
                </a:lnTo>
                <a:lnTo>
                  <a:pt x="137452" y="59855"/>
                </a:lnTo>
                <a:lnTo>
                  <a:pt x="181089" y="70091"/>
                </a:lnTo>
                <a:lnTo>
                  <a:pt x="194437" y="12153"/>
                </a:lnTo>
                <a:close/>
              </a:path>
              <a:path w="487045" h="457835">
                <a:moveTo>
                  <a:pt x="486473" y="296481"/>
                </a:moveTo>
                <a:lnTo>
                  <a:pt x="480466" y="247484"/>
                </a:lnTo>
                <a:lnTo>
                  <a:pt x="462902" y="205295"/>
                </a:lnTo>
                <a:lnTo>
                  <a:pt x="435762" y="172554"/>
                </a:lnTo>
                <a:lnTo>
                  <a:pt x="414489" y="157645"/>
                </a:lnTo>
                <a:lnTo>
                  <a:pt x="414489" y="297586"/>
                </a:lnTo>
                <a:lnTo>
                  <a:pt x="413283" y="319100"/>
                </a:lnTo>
                <a:lnTo>
                  <a:pt x="395046" y="370001"/>
                </a:lnTo>
                <a:lnTo>
                  <a:pt x="357251" y="394982"/>
                </a:lnTo>
                <a:lnTo>
                  <a:pt x="340804" y="396633"/>
                </a:lnTo>
                <a:lnTo>
                  <a:pt x="324370" y="394982"/>
                </a:lnTo>
                <a:lnTo>
                  <a:pt x="286562" y="370001"/>
                </a:lnTo>
                <a:lnTo>
                  <a:pt x="268287" y="319290"/>
                </a:lnTo>
                <a:lnTo>
                  <a:pt x="267042" y="297586"/>
                </a:lnTo>
                <a:lnTo>
                  <a:pt x="268262" y="276199"/>
                </a:lnTo>
                <a:lnTo>
                  <a:pt x="286562" y="226085"/>
                </a:lnTo>
                <a:lnTo>
                  <a:pt x="324370" y="201345"/>
                </a:lnTo>
                <a:lnTo>
                  <a:pt x="340804" y="199694"/>
                </a:lnTo>
                <a:lnTo>
                  <a:pt x="357251" y="201345"/>
                </a:lnTo>
                <a:lnTo>
                  <a:pt x="395046" y="226085"/>
                </a:lnTo>
                <a:lnTo>
                  <a:pt x="413270" y="276199"/>
                </a:lnTo>
                <a:lnTo>
                  <a:pt x="414489" y="297586"/>
                </a:lnTo>
                <a:lnTo>
                  <a:pt x="414489" y="157645"/>
                </a:lnTo>
                <a:lnTo>
                  <a:pt x="371398" y="141744"/>
                </a:lnTo>
                <a:lnTo>
                  <a:pt x="340728" y="138925"/>
                </a:lnTo>
                <a:lnTo>
                  <a:pt x="325081" y="139636"/>
                </a:lnTo>
                <a:lnTo>
                  <a:pt x="282054" y="150253"/>
                </a:lnTo>
                <a:lnTo>
                  <a:pt x="246075" y="172554"/>
                </a:lnTo>
                <a:lnTo>
                  <a:pt x="218643" y="205295"/>
                </a:lnTo>
                <a:lnTo>
                  <a:pt x="201041" y="247484"/>
                </a:lnTo>
                <a:lnTo>
                  <a:pt x="195059" y="296481"/>
                </a:lnTo>
                <a:lnTo>
                  <a:pt x="195021" y="297586"/>
                </a:lnTo>
                <a:lnTo>
                  <a:pt x="195681" y="315125"/>
                </a:lnTo>
                <a:lnTo>
                  <a:pt x="205790" y="363004"/>
                </a:lnTo>
                <a:lnTo>
                  <a:pt x="226618" y="402399"/>
                </a:lnTo>
                <a:lnTo>
                  <a:pt x="256705" y="431914"/>
                </a:lnTo>
                <a:lnTo>
                  <a:pt x="295262" y="450900"/>
                </a:lnTo>
                <a:lnTo>
                  <a:pt x="340728" y="457403"/>
                </a:lnTo>
                <a:lnTo>
                  <a:pt x="356603" y="456679"/>
                </a:lnTo>
                <a:lnTo>
                  <a:pt x="400227" y="445833"/>
                </a:lnTo>
                <a:lnTo>
                  <a:pt x="436308" y="423214"/>
                </a:lnTo>
                <a:lnTo>
                  <a:pt x="459219" y="396633"/>
                </a:lnTo>
                <a:lnTo>
                  <a:pt x="463372" y="390347"/>
                </a:lnTo>
                <a:lnTo>
                  <a:pt x="480555" y="347853"/>
                </a:lnTo>
                <a:lnTo>
                  <a:pt x="486435" y="297586"/>
                </a:lnTo>
                <a:lnTo>
                  <a:pt x="486473" y="2964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212002" y="3340518"/>
            <a:ext cx="636270" cy="309245"/>
          </a:xfrm>
          <a:custGeom>
            <a:avLst/>
            <a:gdLst/>
            <a:ahLst/>
            <a:cxnLst/>
            <a:rect l="l" t="t" r="r" b="b"/>
            <a:pathLst>
              <a:path w="636270" h="309245">
                <a:moveTo>
                  <a:pt x="185267" y="10490"/>
                </a:moveTo>
                <a:lnTo>
                  <a:pt x="147129" y="2247"/>
                </a:lnTo>
                <a:lnTo>
                  <a:pt x="123088" y="0"/>
                </a:lnTo>
                <a:lnTo>
                  <a:pt x="118414" y="0"/>
                </a:lnTo>
                <a:lnTo>
                  <a:pt x="66497" y="3797"/>
                </a:lnTo>
                <a:lnTo>
                  <a:pt x="22847" y="13601"/>
                </a:lnTo>
                <a:lnTo>
                  <a:pt x="0" y="20891"/>
                </a:lnTo>
                <a:lnTo>
                  <a:pt x="0" y="309232"/>
                </a:lnTo>
                <a:lnTo>
                  <a:pt x="70180" y="309232"/>
                </a:lnTo>
                <a:lnTo>
                  <a:pt x="70180" y="66586"/>
                </a:lnTo>
                <a:lnTo>
                  <a:pt x="73685" y="65430"/>
                </a:lnTo>
                <a:lnTo>
                  <a:pt x="79781" y="64096"/>
                </a:lnTo>
                <a:lnTo>
                  <a:pt x="97218" y="61010"/>
                </a:lnTo>
                <a:lnTo>
                  <a:pt x="105397" y="60261"/>
                </a:lnTo>
                <a:lnTo>
                  <a:pt x="113157" y="60261"/>
                </a:lnTo>
                <a:lnTo>
                  <a:pt x="159143" y="65595"/>
                </a:lnTo>
                <a:lnTo>
                  <a:pt x="173075" y="69507"/>
                </a:lnTo>
                <a:lnTo>
                  <a:pt x="185267" y="10490"/>
                </a:lnTo>
                <a:close/>
              </a:path>
              <a:path w="636270" h="309245">
                <a:moveTo>
                  <a:pt x="635736" y="138925"/>
                </a:moveTo>
                <a:lnTo>
                  <a:pt x="632955" y="95745"/>
                </a:lnTo>
                <a:lnTo>
                  <a:pt x="623798" y="58648"/>
                </a:lnTo>
                <a:lnTo>
                  <a:pt x="597268" y="22313"/>
                </a:lnTo>
                <a:lnTo>
                  <a:pt x="550773" y="2552"/>
                </a:lnTo>
                <a:lnTo>
                  <a:pt x="518477" y="0"/>
                </a:lnTo>
                <a:lnTo>
                  <a:pt x="511505" y="190"/>
                </a:lnTo>
                <a:lnTo>
                  <a:pt x="471233" y="8064"/>
                </a:lnTo>
                <a:lnTo>
                  <a:pt x="430949" y="26466"/>
                </a:lnTo>
                <a:lnTo>
                  <a:pt x="426681" y="29552"/>
                </a:lnTo>
                <a:lnTo>
                  <a:pt x="419620" y="23241"/>
                </a:lnTo>
                <a:lnTo>
                  <a:pt x="382625" y="4597"/>
                </a:lnTo>
                <a:lnTo>
                  <a:pt x="341985" y="0"/>
                </a:lnTo>
                <a:lnTo>
                  <a:pt x="323900" y="330"/>
                </a:lnTo>
                <a:lnTo>
                  <a:pt x="272554" y="5245"/>
                </a:lnTo>
                <a:lnTo>
                  <a:pt x="230403" y="13347"/>
                </a:lnTo>
                <a:lnTo>
                  <a:pt x="219481" y="16230"/>
                </a:lnTo>
                <a:lnTo>
                  <a:pt x="219481" y="309156"/>
                </a:lnTo>
                <a:lnTo>
                  <a:pt x="289661" y="309156"/>
                </a:lnTo>
                <a:lnTo>
                  <a:pt x="289661" y="64846"/>
                </a:lnTo>
                <a:lnTo>
                  <a:pt x="301256" y="63093"/>
                </a:lnTo>
                <a:lnTo>
                  <a:pt x="317334" y="61163"/>
                </a:lnTo>
                <a:lnTo>
                  <a:pt x="323850" y="60617"/>
                </a:lnTo>
                <a:lnTo>
                  <a:pt x="330098" y="60286"/>
                </a:lnTo>
                <a:lnTo>
                  <a:pt x="336054" y="60185"/>
                </a:lnTo>
                <a:lnTo>
                  <a:pt x="351040" y="61506"/>
                </a:lnTo>
                <a:lnTo>
                  <a:pt x="385699" y="93560"/>
                </a:lnTo>
                <a:lnTo>
                  <a:pt x="392391" y="149910"/>
                </a:lnTo>
                <a:lnTo>
                  <a:pt x="392557" y="149999"/>
                </a:lnTo>
                <a:lnTo>
                  <a:pt x="392557" y="309232"/>
                </a:lnTo>
                <a:lnTo>
                  <a:pt x="462826" y="309232"/>
                </a:lnTo>
                <a:lnTo>
                  <a:pt x="462826" y="141922"/>
                </a:lnTo>
                <a:lnTo>
                  <a:pt x="462711" y="132778"/>
                </a:lnTo>
                <a:lnTo>
                  <a:pt x="458546" y="91338"/>
                </a:lnTo>
                <a:lnTo>
                  <a:pt x="454647" y="76415"/>
                </a:lnTo>
                <a:lnTo>
                  <a:pt x="459740" y="72910"/>
                </a:lnTo>
                <a:lnTo>
                  <a:pt x="500926" y="60528"/>
                </a:lnTo>
                <a:lnTo>
                  <a:pt x="509219" y="60185"/>
                </a:lnTo>
                <a:lnTo>
                  <a:pt x="524395" y="61506"/>
                </a:lnTo>
                <a:lnTo>
                  <a:pt x="558952" y="93560"/>
                </a:lnTo>
                <a:lnTo>
                  <a:pt x="565467" y="149910"/>
                </a:lnTo>
                <a:lnTo>
                  <a:pt x="565467" y="309156"/>
                </a:lnTo>
                <a:lnTo>
                  <a:pt x="635736" y="309156"/>
                </a:lnTo>
                <a:lnTo>
                  <a:pt x="635736" y="1389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897477" y="3339346"/>
            <a:ext cx="245745" cy="316865"/>
          </a:xfrm>
          <a:custGeom>
            <a:avLst/>
            <a:gdLst/>
            <a:ahLst/>
            <a:cxnLst/>
            <a:rect l="l" t="t" r="r" b="b"/>
            <a:pathLst>
              <a:path w="245745" h="316864">
                <a:moveTo>
                  <a:pt x="133772" y="124609"/>
                </a:moveTo>
                <a:lnTo>
                  <a:pt x="89690" y="127348"/>
                </a:lnTo>
                <a:lnTo>
                  <a:pt x="46765" y="140488"/>
                </a:lnTo>
                <a:lnTo>
                  <a:pt x="15704" y="166400"/>
                </a:lnTo>
                <a:lnTo>
                  <a:pt x="10288" y="174802"/>
                </a:lnTo>
                <a:lnTo>
                  <a:pt x="10181" y="174968"/>
                </a:lnTo>
                <a:lnTo>
                  <a:pt x="5738" y="184341"/>
                </a:lnTo>
                <a:lnTo>
                  <a:pt x="2555" y="194634"/>
                </a:lnTo>
                <a:lnTo>
                  <a:pt x="640" y="206082"/>
                </a:lnTo>
                <a:lnTo>
                  <a:pt x="87" y="217171"/>
                </a:lnTo>
                <a:lnTo>
                  <a:pt x="0" y="218919"/>
                </a:lnTo>
                <a:lnTo>
                  <a:pt x="9012" y="264700"/>
                </a:lnTo>
                <a:lnTo>
                  <a:pt x="33964" y="294750"/>
                </a:lnTo>
                <a:lnTo>
                  <a:pt x="72602" y="311564"/>
                </a:lnTo>
                <a:lnTo>
                  <a:pt x="97623" y="315518"/>
                </a:lnTo>
                <a:lnTo>
                  <a:pt x="109515" y="316426"/>
                </a:lnTo>
                <a:lnTo>
                  <a:pt x="110274" y="316426"/>
                </a:lnTo>
                <a:lnTo>
                  <a:pt x="122506" y="316725"/>
                </a:lnTo>
                <a:lnTo>
                  <a:pt x="142615" y="316426"/>
                </a:lnTo>
                <a:lnTo>
                  <a:pt x="196527" y="311814"/>
                </a:lnTo>
                <a:lnTo>
                  <a:pt x="236463" y="305282"/>
                </a:lnTo>
                <a:lnTo>
                  <a:pt x="245597" y="303490"/>
                </a:lnTo>
                <a:lnTo>
                  <a:pt x="245597" y="261121"/>
                </a:lnTo>
                <a:lnTo>
                  <a:pt x="128264" y="261121"/>
                </a:lnTo>
                <a:lnTo>
                  <a:pt x="115608" y="260528"/>
                </a:lnTo>
                <a:lnTo>
                  <a:pt x="79032" y="245873"/>
                </a:lnTo>
                <a:lnTo>
                  <a:pt x="70265" y="208680"/>
                </a:lnTo>
                <a:lnTo>
                  <a:pt x="72185" y="201605"/>
                </a:lnTo>
                <a:lnTo>
                  <a:pt x="104981" y="177799"/>
                </a:lnTo>
                <a:lnTo>
                  <a:pt x="128681" y="174802"/>
                </a:lnTo>
                <a:lnTo>
                  <a:pt x="245597" y="174802"/>
                </a:lnTo>
                <a:lnTo>
                  <a:pt x="245597" y="130935"/>
                </a:lnTo>
                <a:lnTo>
                  <a:pt x="177667" y="130935"/>
                </a:lnTo>
                <a:lnTo>
                  <a:pt x="170517" y="129325"/>
                </a:lnTo>
                <a:lnTo>
                  <a:pt x="163585" y="127980"/>
                </a:lnTo>
                <a:lnTo>
                  <a:pt x="156872" y="126885"/>
                </a:lnTo>
                <a:lnTo>
                  <a:pt x="150379" y="126024"/>
                </a:lnTo>
                <a:lnTo>
                  <a:pt x="141867" y="125108"/>
                </a:lnTo>
                <a:lnTo>
                  <a:pt x="133772" y="124609"/>
                </a:lnTo>
                <a:close/>
              </a:path>
              <a:path w="245745" h="316864">
                <a:moveTo>
                  <a:pt x="245597" y="174802"/>
                </a:moveTo>
                <a:lnTo>
                  <a:pt x="145372" y="174802"/>
                </a:lnTo>
                <a:lnTo>
                  <a:pt x="153466" y="175385"/>
                </a:lnTo>
                <a:lnTo>
                  <a:pt x="160810" y="176550"/>
                </a:lnTo>
                <a:lnTo>
                  <a:pt x="168154" y="177799"/>
                </a:lnTo>
                <a:lnTo>
                  <a:pt x="173745" y="178881"/>
                </a:lnTo>
                <a:lnTo>
                  <a:pt x="177667" y="180046"/>
                </a:lnTo>
                <a:lnTo>
                  <a:pt x="177667" y="257625"/>
                </a:lnTo>
                <a:lnTo>
                  <a:pt x="168246" y="259155"/>
                </a:lnTo>
                <a:lnTo>
                  <a:pt x="156877" y="260247"/>
                </a:lnTo>
                <a:lnTo>
                  <a:pt x="143553" y="260903"/>
                </a:lnTo>
                <a:lnTo>
                  <a:pt x="128264" y="261121"/>
                </a:lnTo>
                <a:lnTo>
                  <a:pt x="245597" y="261121"/>
                </a:lnTo>
                <a:lnTo>
                  <a:pt x="245597" y="174802"/>
                </a:lnTo>
                <a:close/>
              </a:path>
              <a:path w="245745" h="316864">
                <a:moveTo>
                  <a:pt x="235474" y="59099"/>
                </a:moveTo>
                <a:lnTo>
                  <a:pt x="115580" y="59099"/>
                </a:lnTo>
                <a:lnTo>
                  <a:pt x="124204" y="59395"/>
                </a:lnTo>
                <a:lnTo>
                  <a:pt x="132061" y="60275"/>
                </a:lnTo>
                <a:lnTo>
                  <a:pt x="169490" y="82408"/>
                </a:lnTo>
                <a:lnTo>
                  <a:pt x="177667" y="130935"/>
                </a:lnTo>
                <a:lnTo>
                  <a:pt x="245597" y="130935"/>
                </a:lnTo>
                <a:lnTo>
                  <a:pt x="242217" y="82408"/>
                </a:lnTo>
                <a:lnTo>
                  <a:pt x="236016" y="60275"/>
                </a:lnTo>
                <a:lnTo>
                  <a:pt x="235474" y="59099"/>
                </a:lnTo>
                <a:close/>
              </a:path>
              <a:path w="245745" h="316864">
                <a:moveTo>
                  <a:pt x="122506" y="0"/>
                </a:moveTo>
                <a:lnTo>
                  <a:pt x="122589" y="166"/>
                </a:lnTo>
                <a:lnTo>
                  <a:pt x="103411" y="544"/>
                </a:lnTo>
                <a:lnTo>
                  <a:pt x="106722" y="544"/>
                </a:lnTo>
                <a:lnTo>
                  <a:pt x="68012" y="4744"/>
                </a:lnTo>
                <a:lnTo>
                  <a:pt x="29124" y="13984"/>
                </a:lnTo>
                <a:lnTo>
                  <a:pt x="37803" y="70753"/>
                </a:lnTo>
                <a:lnTo>
                  <a:pt x="44658" y="68472"/>
                </a:lnTo>
                <a:lnTo>
                  <a:pt x="52459" y="66362"/>
                </a:lnTo>
                <a:lnTo>
                  <a:pt x="92224" y="59973"/>
                </a:lnTo>
                <a:lnTo>
                  <a:pt x="102303" y="59395"/>
                </a:lnTo>
                <a:lnTo>
                  <a:pt x="99446" y="59395"/>
                </a:lnTo>
                <a:lnTo>
                  <a:pt x="115580" y="59099"/>
                </a:lnTo>
                <a:lnTo>
                  <a:pt x="235474" y="59099"/>
                </a:lnTo>
                <a:lnTo>
                  <a:pt x="231410" y="50338"/>
                </a:lnTo>
                <a:lnTo>
                  <a:pt x="202577" y="19134"/>
                </a:lnTo>
                <a:lnTo>
                  <a:pt x="154593" y="2174"/>
                </a:lnTo>
                <a:lnTo>
                  <a:pt x="139254" y="544"/>
                </a:lnTo>
                <a:lnTo>
                  <a:pt x="1225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211085" y="3214827"/>
            <a:ext cx="1193800" cy="443230"/>
          </a:xfrm>
          <a:custGeom>
            <a:avLst/>
            <a:gdLst/>
            <a:ahLst/>
            <a:cxnLst/>
            <a:rect l="l" t="t" r="r" b="b"/>
            <a:pathLst>
              <a:path w="1193800" h="443229">
                <a:moveTo>
                  <a:pt x="190258" y="425513"/>
                </a:moveTo>
                <a:lnTo>
                  <a:pt x="178752" y="369912"/>
                </a:lnTo>
                <a:lnTo>
                  <a:pt x="172910" y="372325"/>
                </a:lnTo>
                <a:lnTo>
                  <a:pt x="165061" y="374827"/>
                </a:lnTo>
                <a:lnTo>
                  <a:pt x="121246" y="381571"/>
                </a:lnTo>
                <a:lnTo>
                  <a:pt x="108318" y="380593"/>
                </a:lnTo>
                <a:lnTo>
                  <a:pt x="76682" y="356819"/>
                </a:lnTo>
                <a:lnTo>
                  <a:pt x="70091" y="313817"/>
                </a:lnTo>
                <a:lnTo>
                  <a:pt x="70091" y="190538"/>
                </a:lnTo>
                <a:lnTo>
                  <a:pt x="178079" y="190538"/>
                </a:lnTo>
                <a:lnTo>
                  <a:pt x="178079" y="132016"/>
                </a:lnTo>
                <a:lnTo>
                  <a:pt x="70091" y="132016"/>
                </a:lnTo>
                <a:lnTo>
                  <a:pt x="70091" y="40538"/>
                </a:lnTo>
                <a:lnTo>
                  <a:pt x="0" y="52108"/>
                </a:lnTo>
                <a:lnTo>
                  <a:pt x="0" y="314388"/>
                </a:lnTo>
                <a:lnTo>
                  <a:pt x="317" y="329031"/>
                </a:lnTo>
                <a:lnTo>
                  <a:pt x="5168" y="367919"/>
                </a:lnTo>
                <a:lnTo>
                  <a:pt x="23190" y="407873"/>
                </a:lnTo>
                <a:lnTo>
                  <a:pt x="57746" y="433095"/>
                </a:lnTo>
                <a:lnTo>
                  <a:pt x="96405" y="441223"/>
                </a:lnTo>
                <a:lnTo>
                  <a:pt x="111988" y="441756"/>
                </a:lnTo>
                <a:lnTo>
                  <a:pt x="124891" y="441413"/>
                </a:lnTo>
                <a:lnTo>
                  <a:pt x="167792" y="433527"/>
                </a:lnTo>
                <a:lnTo>
                  <a:pt x="183718" y="428155"/>
                </a:lnTo>
                <a:lnTo>
                  <a:pt x="190258" y="425513"/>
                </a:lnTo>
                <a:close/>
              </a:path>
              <a:path w="1193800" h="443229">
                <a:moveTo>
                  <a:pt x="302336" y="132016"/>
                </a:moveTo>
                <a:lnTo>
                  <a:pt x="232079" y="132016"/>
                </a:lnTo>
                <a:lnTo>
                  <a:pt x="232079" y="434848"/>
                </a:lnTo>
                <a:lnTo>
                  <a:pt x="302336" y="434848"/>
                </a:lnTo>
                <a:lnTo>
                  <a:pt x="302336" y="132016"/>
                </a:lnTo>
                <a:close/>
              </a:path>
              <a:path w="1193800" h="443229">
                <a:moveTo>
                  <a:pt x="309854" y="43446"/>
                </a:moveTo>
                <a:lnTo>
                  <a:pt x="309067" y="34061"/>
                </a:lnTo>
                <a:lnTo>
                  <a:pt x="309054" y="33883"/>
                </a:lnTo>
                <a:lnTo>
                  <a:pt x="306705" y="25552"/>
                </a:lnTo>
                <a:lnTo>
                  <a:pt x="275463" y="736"/>
                </a:lnTo>
                <a:lnTo>
                  <a:pt x="266877" y="0"/>
                </a:lnTo>
                <a:lnTo>
                  <a:pt x="258191" y="736"/>
                </a:lnTo>
                <a:lnTo>
                  <a:pt x="226580" y="25400"/>
                </a:lnTo>
                <a:lnTo>
                  <a:pt x="224155" y="33883"/>
                </a:lnTo>
                <a:lnTo>
                  <a:pt x="224104" y="34061"/>
                </a:lnTo>
                <a:lnTo>
                  <a:pt x="223316" y="43446"/>
                </a:lnTo>
                <a:lnTo>
                  <a:pt x="224104" y="52806"/>
                </a:lnTo>
                <a:lnTo>
                  <a:pt x="226504" y="61125"/>
                </a:lnTo>
                <a:lnTo>
                  <a:pt x="258394" y="85598"/>
                </a:lnTo>
                <a:lnTo>
                  <a:pt x="266877" y="86321"/>
                </a:lnTo>
                <a:lnTo>
                  <a:pt x="275285" y="85598"/>
                </a:lnTo>
                <a:lnTo>
                  <a:pt x="306654" y="61125"/>
                </a:lnTo>
                <a:lnTo>
                  <a:pt x="309054" y="52806"/>
                </a:lnTo>
                <a:lnTo>
                  <a:pt x="309854" y="43446"/>
                </a:lnTo>
                <a:close/>
              </a:path>
              <a:path w="1193800" h="443229">
                <a:moveTo>
                  <a:pt x="630720" y="132016"/>
                </a:moveTo>
                <a:lnTo>
                  <a:pt x="558203" y="132016"/>
                </a:lnTo>
                <a:lnTo>
                  <a:pt x="554850" y="145034"/>
                </a:lnTo>
                <a:lnTo>
                  <a:pt x="551205" y="158496"/>
                </a:lnTo>
                <a:lnTo>
                  <a:pt x="538581" y="201396"/>
                </a:lnTo>
                <a:lnTo>
                  <a:pt x="524649" y="245224"/>
                </a:lnTo>
                <a:lnTo>
                  <a:pt x="510133" y="288099"/>
                </a:lnTo>
                <a:lnTo>
                  <a:pt x="495554" y="328091"/>
                </a:lnTo>
                <a:lnTo>
                  <a:pt x="486511" y="351434"/>
                </a:lnTo>
                <a:lnTo>
                  <a:pt x="482053" y="340106"/>
                </a:lnTo>
                <a:lnTo>
                  <a:pt x="467575" y="301993"/>
                </a:lnTo>
                <a:lnTo>
                  <a:pt x="452564" y="259727"/>
                </a:lnTo>
                <a:lnTo>
                  <a:pt x="438378" y="216001"/>
                </a:lnTo>
                <a:lnTo>
                  <a:pt x="425551" y="172415"/>
                </a:lnTo>
                <a:lnTo>
                  <a:pt x="414832" y="132016"/>
                </a:lnTo>
                <a:lnTo>
                  <a:pt x="339890" y="132016"/>
                </a:lnTo>
                <a:lnTo>
                  <a:pt x="352767" y="175590"/>
                </a:lnTo>
                <a:lnTo>
                  <a:pt x="366356" y="217779"/>
                </a:lnTo>
                <a:lnTo>
                  <a:pt x="380644" y="258559"/>
                </a:lnTo>
                <a:lnTo>
                  <a:pt x="395643" y="297916"/>
                </a:lnTo>
                <a:lnTo>
                  <a:pt x="410832" y="335457"/>
                </a:lnTo>
                <a:lnTo>
                  <a:pt x="425856" y="370814"/>
                </a:lnTo>
                <a:lnTo>
                  <a:pt x="455383" y="434848"/>
                </a:lnTo>
                <a:lnTo>
                  <a:pt x="515302" y="434848"/>
                </a:lnTo>
                <a:lnTo>
                  <a:pt x="529983" y="403936"/>
                </a:lnTo>
                <a:lnTo>
                  <a:pt x="544842" y="370814"/>
                </a:lnTo>
                <a:lnTo>
                  <a:pt x="553072" y="351434"/>
                </a:lnTo>
                <a:lnTo>
                  <a:pt x="559866" y="335457"/>
                </a:lnTo>
                <a:lnTo>
                  <a:pt x="575056" y="297916"/>
                </a:lnTo>
                <a:lnTo>
                  <a:pt x="590003" y="258559"/>
                </a:lnTo>
                <a:lnTo>
                  <a:pt x="604266" y="217779"/>
                </a:lnTo>
                <a:lnTo>
                  <a:pt x="617842" y="175590"/>
                </a:lnTo>
                <a:lnTo>
                  <a:pt x="630720" y="132016"/>
                </a:lnTo>
                <a:close/>
              </a:path>
              <a:path w="1193800" h="443229">
                <a:moveTo>
                  <a:pt x="935570" y="283184"/>
                </a:moveTo>
                <a:lnTo>
                  <a:pt x="929563" y="233083"/>
                </a:lnTo>
                <a:lnTo>
                  <a:pt x="911999" y="190893"/>
                </a:lnTo>
                <a:lnTo>
                  <a:pt x="884834" y="158153"/>
                </a:lnTo>
                <a:lnTo>
                  <a:pt x="863549" y="143205"/>
                </a:lnTo>
                <a:lnTo>
                  <a:pt x="863549" y="283184"/>
                </a:lnTo>
                <a:lnTo>
                  <a:pt x="862342" y="304698"/>
                </a:lnTo>
                <a:lnTo>
                  <a:pt x="844105" y="355600"/>
                </a:lnTo>
                <a:lnTo>
                  <a:pt x="806310" y="380580"/>
                </a:lnTo>
                <a:lnTo>
                  <a:pt x="789863" y="382231"/>
                </a:lnTo>
                <a:lnTo>
                  <a:pt x="773417" y="380580"/>
                </a:lnTo>
                <a:lnTo>
                  <a:pt x="735622" y="355600"/>
                </a:lnTo>
                <a:lnTo>
                  <a:pt x="717423" y="304888"/>
                </a:lnTo>
                <a:lnTo>
                  <a:pt x="717384" y="304698"/>
                </a:lnTo>
                <a:lnTo>
                  <a:pt x="717397" y="261797"/>
                </a:lnTo>
                <a:lnTo>
                  <a:pt x="735622" y="211683"/>
                </a:lnTo>
                <a:lnTo>
                  <a:pt x="773417" y="186944"/>
                </a:lnTo>
                <a:lnTo>
                  <a:pt x="789863" y="185293"/>
                </a:lnTo>
                <a:lnTo>
                  <a:pt x="806310" y="186944"/>
                </a:lnTo>
                <a:lnTo>
                  <a:pt x="844105" y="211683"/>
                </a:lnTo>
                <a:lnTo>
                  <a:pt x="862330" y="261797"/>
                </a:lnTo>
                <a:lnTo>
                  <a:pt x="863549" y="283184"/>
                </a:lnTo>
                <a:lnTo>
                  <a:pt x="863549" y="143205"/>
                </a:lnTo>
                <a:lnTo>
                  <a:pt x="820496" y="127342"/>
                </a:lnTo>
                <a:lnTo>
                  <a:pt x="789774" y="124523"/>
                </a:lnTo>
                <a:lnTo>
                  <a:pt x="774141" y="125234"/>
                </a:lnTo>
                <a:lnTo>
                  <a:pt x="731189" y="135851"/>
                </a:lnTo>
                <a:lnTo>
                  <a:pt x="695172" y="158153"/>
                </a:lnTo>
                <a:lnTo>
                  <a:pt x="667727" y="190893"/>
                </a:lnTo>
                <a:lnTo>
                  <a:pt x="650125" y="233083"/>
                </a:lnTo>
                <a:lnTo>
                  <a:pt x="644067" y="283184"/>
                </a:lnTo>
                <a:lnTo>
                  <a:pt x="644740" y="300723"/>
                </a:lnTo>
                <a:lnTo>
                  <a:pt x="654837" y="348602"/>
                </a:lnTo>
                <a:lnTo>
                  <a:pt x="675703" y="387997"/>
                </a:lnTo>
                <a:lnTo>
                  <a:pt x="705751" y="417512"/>
                </a:lnTo>
                <a:lnTo>
                  <a:pt x="744321" y="436499"/>
                </a:lnTo>
                <a:lnTo>
                  <a:pt x="789774" y="443001"/>
                </a:lnTo>
                <a:lnTo>
                  <a:pt x="805700" y="442277"/>
                </a:lnTo>
                <a:lnTo>
                  <a:pt x="849274" y="431431"/>
                </a:lnTo>
                <a:lnTo>
                  <a:pt x="885431" y="408813"/>
                </a:lnTo>
                <a:lnTo>
                  <a:pt x="908329" y="382231"/>
                </a:lnTo>
                <a:lnTo>
                  <a:pt x="912469" y="375945"/>
                </a:lnTo>
                <a:lnTo>
                  <a:pt x="929652" y="333451"/>
                </a:lnTo>
                <a:lnTo>
                  <a:pt x="934910" y="300723"/>
                </a:lnTo>
                <a:lnTo>
                  <a:pt x="935570" y="283184"/>
                </a:lnTo>
                <a:close/>
              </a:path>
              <a:path w="1193800" h="443229">
                <a:moveTo>
                  <a:pt x="1193177" y="354355"/>
                </a:moveTo>
                <a:lnTo>
                  <a:pt x="1184973" y="312521"/>
                </a:lnTo>
                <a:lnTo>
                  <a:pt x="1158659" y="283083"/>
                </a:lnTo>
                <a:lnTo>
                  <a:pt x="1123442" y="264477"/>
                </a:lnTo>
                <a:lnTo>
                  <a:pt x="1093114" y="252742"/>
                </a:lnTo>
                <a:lnTo>
                  <a:pt x="1086421" y="250202"/>
                </a:lnTo>
                <a:lnTo>
                  <a:pt x="1050734" y="228485"/>
                </a:lnTo>
                <a:lnTo>
                  <a:pt x="1046391" y="216255"/>
                </a:lnTo>
                <a:lnTo>
                  <a:pt x="1046391" y="211264"/>
                </a:lnTo>
                <a:lnTo>
                  <a:pt x="1075093" y="183603"/>
                </a:lnTo>
                <a:lnTo>
                  <a:pt x="1094536" y="181800"/>
                </a:lnTo>
                <a:lnTo>
                  <a:pt x="1106081" y="182067"/>
                </a:lnTo>
                <a:lnTo>
                  <a:pt x="1144955" y="188353"/>
                </a:lnTo>
                <a:lnTo>
                  <a:pt x="1165974" y="195694"/>
                </a:lnTo>
                <a:lnTo>
                  <a:pt x="1178661" y="138925"/>
                </a:lnTo>
                <a:lnTo>
                  <a:pt x="1129842" y="127254"/>
                </a:lnTo>
                <a:lnTo>
                  <a:pt x="1091120" y="124447"/>
                </a:lnTo>
                <a:lnTo>
                  <a:pt x="1066088" y="125945"/>
                </a:lnTo>
                <a:lnTo>
                  <a:pt x="1024280" y="137960"/>
                </a:lnTo>
                <a:lnTo>
                  <a:pt x="994029" y="161645"/>
                </a:lnTo>
                <a:lnTo>
                  <a:pt x="976706" y="214261"/>
                </a:lnTo>
                <a:lnTo>
                  <a:pt x="977125" y="224523"/>
                </a:lnTo>
                <a:lnTo>
                  <a:pt x="991298" y="264121"/>
                </a:lnTo>
                <a:lnTo>
                  <a:pt x="1021549" y="289788"/>
                </a:lnTo>
                <a:lnTo>
                  <a:pt x="1064412" y="308648"/>
                </a:lnTo>
                <a:lnTo>
                  <a:pt x="1078966" y="314350"/>
                </a:lnTo>
                <a:lnTo>
                  <a:pt x="1115326" y="335305"/>
                </a:lnTo>
                <a:lnTo>
                  <a:pt x="1122997" y="354926"/>
                </a:lnTo>
                <a:lnTo>
                  <a:pt x="1122197" y="362458"/>
                </a:lnTo>
                <a:lnTo>
                  <a:pt x="1082624" y="384060"/>
                </a:lnTo>
                <a:lnTo>
                  <a:pt x="1069670" y="384479"/>
                </a:lnTo>
                <a:lnTo>
                  <a:pt x="1055941" y="384035"/>
                </a:lnTo>
                <a:lnTo>
                  <a:pt x="1009383" y="375691"/>
                </a:lnTo>
                <a:lnTo>
                  <a:pt x="982472" y="366420"/>
                </a:lnTo>
                <a:lnTo>
                  <a:pt x="970280" y="424942"/>
                </a:lnTo>
                <a:lnTo>
                  <a:pt x="1017676" y="438581"/>
                </a:lnTo>
                <a:lnTo>
                  <a:pt x="1068920" y="442328"/>
                </a:lnTo>
                <a:lnTo>
                  <a:pt x="1097102" y="440944"/>
                </a:lnTo>
                <a:lnTo>
                  <a:pt x="1143114" y="429793"/>
                </a:lnTo>
                <a:lnTo>
                  <a:pt x="1175054" y="407581"/>
                </a:lnTo>
                <a:lnTo>
                  <a:pt x="1191171" y="374751"/>
                </a:lnTo>
                <a:lnTo>
                  <a:pt x="1193177" y="354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530952" y="3346838"/>
            <a:ext cx="293370" cy="411480"/>
          </a:xfrm>
          <a:custGeom>
            <a:avLst/>
            <a:gdLst/>
            <a:ahLst/>
            <a:cxnLst/>
            <a:rect l="l" t="t" r="r" b="b"/>
            <a:pathLst>
              <a:path w="293370" h="411479">
                <a:moveTo>
                  <a:pt x="293164" y="0"/>
                </a:moveTo>
                <a:lnTo>
                  <a:pt x="220561" y="0"/>
                </a:lnTo>
                <a:lnTo>
                  <a:pt x="213740" y="27441"/>
                </a:lnTo>
                <a:lnTo>
                  <a:pt x="206552" y="55343"/>
                </a:lnTo>
                <a:lnTo>
                  <a:pt x="191103" y="112622"/>
                </a:lnTo>
                <a:lnTo>
                  <a:pt x="174350" y="169163"/>
                </a:lnTo>
                <a:lnTo>
                  <a:pt x="156471" y="222332"/>
                </a:lnTo>
                <a:lnTo>
                  <a:pt x="150913" y="209609"/>
                </a:lnTo>
                <a:lnTo>
                  <a:pt x="134273" y="168476"/>
                </a:lnTo>
                <a:lnTo>
                  <a:pt x="113326" y="110292"/>
                </a:lnTo>
                <a:lnTo>
                  <a:pt x="94967" y="52690"/>
                </a:lnTo>
                <a:lnTo>
                  <a:pt x="83795" y="12423"/>
                </a:lnTo>
                <a:lnTo>
                  <a:pt x="80697" y="0"/>
                </a:lnTo>
                <a:lnTo>
                  <a:pt x="5841" y="0"/>
                </a:lnTo>
                <a:lnTo>
                  <a:pt x="18205" y="41687"/>
                </a:lnTo>
                <a:lnTo>
                  <a:pt x="31398" y="82219"/>
                </a:lnTo>
                <a:lnTo>
                  <a:pt x="45436" y="121597"/>
                </a:lnTo>
                <a:lnTo>
                  <a:pt x="60335" y="159819"/>
                </a:lnTo>
                <a:lnTo>
                  <a:pt x="75778" y="196697"/>
                </a:lnTo>
                <a:lnTo>
                  <a:pt x="91566" y="232154"/>
                </a:lnTo>
                <a:lnTo>
                  <a:pt x="124175" y="298745"/>
                </a:lnTo>
                <a:lnTo>
                  <a:pt x="118118" y="311465"/>
                </a:lnTo>
                <a:lnTo>
                  <a:pt x="88556" y="344679"/>
                </a:lnTo>
                <a:lnTo>
                  <a:pt x="54159" y="352018"/>
                </a:lnTo>
                <a:lnTo>
                  <a:pt x="43925" y="351518"/>
                </a:lnTo>
                <a:lnTo>
                  <a:pt x="33620" y="350010"/>
                </a:lnTo>
                <a:lnTo>
                  <a:pt x="23237" y="347488"/>
                </a:lnTo>
                <a:lnTo>
                  <a:pt x="12768" y="343944"/>
                </a:lnTo>
                <a:lnTo>
                  <a:pt x="0" y="400048"/>
                </a:lnTo>
                <a:lnTo>
                  <a:pt x="40129" y="410244"/>
                </a:lnTo>
                <a:lnTo>
                  <a:pt x="56329" y="411118"/>
                </a:lnTo>
                <a:lnTo>
                  <a:pt x="68173" y="410775"/>
                </a:lnTo>
                <a:lnTo>
                  <a:pt x="108365" y="402458"/>
                </a:lnTo>
                <a:lnTo>
                  <a:pt x="140371" y="381470"/>
                </a:lnTo>
                <a:lnTo>
                  <a:pt x="166397" y="347542"/>
                </a:lnTo>
                <a:lnTo>
                  <a:pt x="184176" y="312730"/>
                </a:lnTo>
                <a:lnTo>
                  <a:pt x="201574" y="272041"/>
                </a:lnTo>
                <a:lnTo>
                  <a:pt x="218357" y="230027"/>
                </a:lnTo>
                <a:lnTo>
                  <a:pt x="234528" y="186688"/>
                </a:lnTo>
                <a:lnTo>
                  <a:pt x="250086" y="142024"/>
                </a:lnTo>
                <a:lnTo>
                  <a:pt x="265031" y="96036"/>
                </a:lnTo>
                <a:lnTo>
                  <a:pt x="279362" y="48722"/>
                </a:lnTo>
                <a:lnTo>
                  <a:pt x="293080" y="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423363" y="3966311"/>
            <a:ext cx="735965" cy="318135"/>
          </a:xfrm>
          <a:custGeom>
            <a:avLst/>
            <a:gdLst/>
            <a:ahLst/>
            <a:cxnLst/>
            <a:rect l="l" t="t" r="r" b="b"/>
            <a:pathLst>
              <a:path w="735964" h="318135">
                <a:moveTo>
                  <a:pt x="185267" y="11658"/>
                </a:moveTo>
                <a:lnTo>
                  <a:pt x="140906" y="2667"/>
                </a:lnTo>
                <a:lnTo>
                  <a:pt x="123075" y="1244"/>
                </a:lnTo>
                <a:lnTo>
                  <a:pt x="118440" y="1244"/>
                </a:lnTo>
                <a:lnTo>
                  <a:pt x="66471" y="5003"/>
                </a:lnTo>
                <a:lnTo>
                  <a:pt x="22847" y="14770"/>
                </a:lnTo>
                <a:lnTo>
                  <a:pt x="0" y="22059"/>
                </a:lnTo>
                <a:lnTo>
                  <a:pt x="0" y="310438"/>
                </a:lnTo>
                <a:lnTo>
                  <a:pt x="70205" y="310438"/>
                </a:lnTo>
                <a:lnTo>
                  <a:pt x="70205" y="67843"/>
                </a:lnTo>
                <a:lnTo>
                  <a:pt x="73647" y="66675"/>
                </a:lnTo>
                <a:lnTo>
                  <a:pt x="79781" y="65341"/>
                </a:lnTo>
                <a:lnTo>
                  <a:pt x="97167" y="62268"/>
                </a:lnTo>
                <a:lnTo>
                  <a:pt x="105371" y="61518"/>
                </a:lnTo>
                <a:lnTo>
                  <a:pt x="113131" y="61518"/>
                </a:lnTo>
                <a:lnTo>
                  <a:pt x="159118" y="66763"/>
                </a:lnTo>
                <a:lnTo>
                  <a:pt x="172948" y="70751"/>
                </a:lnTo>
                <a:lnTo>
                  <a:pt x="173075" y="70751"/>
                </a:lnTo>
                <a:lnTo>
                  <a:pt x="185267" y="11658"/>
                </a:lnTo>
                <a:close/>
              </a:path>
              <a:path w="735964" h="318135">
                <a:moveTo>
                  <a:pt x="476554" y="154660"/>
                </a:moveTo>
                <a:lnTo>
                  <a:pt x="467779" y="87249"/>
                </a:lnTo>
                <a:lnTo>
                  <a:pt x="455282" y="58521"/>
                </a:lnTo>
                <a:lnTo>
                  <a:pt x="441452" y="38874"/>
                </a:lnTo>
                <a:lnTo>
                  <a:pt x="422173" y="21920"/>
                </a:lnTo>
                <a:lnTo>
                  <a:pt x="406285" y="13462"/>
                </a:lnTo>
                <a:lnTo>
                  <a:pt x="406285" y="129197"/>
                </a:lnTo>
                <a:lnTo>
                  <a:pt x="275678" y="129197"/>
                </a:lnTo>
                <a:lnTo>
                  <a:pt x="276694" y="122897"/>
                </a:lnTo>
                <a:lnTo>
                  <a:pt x="276745" y="122529"/>
                </a:lnTo>
                <a:lnTo>
                  <a:pt x="278155" y="115989"/>
                </a:lnTo>
                <a:lnTo>
                  <a:pt x="295148" y="80492"/>
                </a:lnTo>
                <a:lnTo>
                  <a:pt x="329107" y="60020"/>
                </a:lnTo>
                <a:lnTo>
                  <a:pt x="344208" y="58521"/>
                </a:lnTo>
                <a:lnTo>
                  <a:pt x="352488" y="58889"/>
                </a:lnTo>
                <a:lnTo>
                  <a:pt x="351993" y="58889"/>
                </a:lnTo>
                <a:lnTo>
                  <a:pt x="358800" y="59893"/>
                </a:lnTo>
                <a:lnTo>
                  <a:pt x="393992" y="84048"/>
                </a:lnTo>
                <a:lnTo>
                  <a:pt x="406031" y="122059"/>
                </a:lnTo>
                <a:lnTo>
                  <a:pt x="406285" y="129197"/>
                </a:lnTo>
                <a:lnTo>
                  <a:pt x="406285" y="13462"/>
                </a:lnTo>
                <a:lnTo>
                  <a:pt x="399440" y="9804"/>
                </a:lnTo>
                <a:lnTo>
                  <a:pt x="373684" y="2628"/>
                </a:lnTo>
                <a:lnTo>
                  <a:pt x="374700" y="2628"/>
                </a:lnTo>
                <a:lnTo>
                  <a:pt x="343649" y="88"/>
                </a:lnTo>
                <a:lnTo>
                  <a:pt x="330352" y="723"/>
                </a:lnTo>
                <a:lnTo>
                  <a:pt x="317220" y="2628"/>
                </a:lnTo>
                <a:lnTo>
                  <a:pt x="278955" y="15913"/>
                </a:lnTo>
                <a:lnTo>
                  <a:pt x="246087" y="40284"/>
                </a:lnTo>
                <a:lnTo>
                  <a:pt x="220954" y="75844"/>
                </a:lnTo>
                <a:lnTo>
                  <a:pt x="205689" y="122059"/>
                </a:lnTo>
                <a:lnTo>
                  <a:pt x="202552" y="160401"/>
                </a:lnTo>
                <a:lnTo>
                  <a:pt x="203111" y="176872"/>
                </a:lnTo>
                <a:lnTo>
                  <a:pt x="211810" y="223253"/>
                </a:lnTo>
                <a:lnTo>
                  <a:pt x="231317" y="262013"/>
                </a:lnTo>
                <a:lnTo>
                  <a:pt x="262039" y="291884"/>
                </a:lnTo>
                <a:lnTo>
                  <a:pt x="304457" y="311277"/>
                </a:lnTo>
                <a:lnTo>
                  <a:pt x="358660" y="317931"/>
                </a:lnTo>
                <a:lnTo>
                  <a:pt x="363931" y="317931"/>
                </a:lnTo>
                <a:lnTo>
                  <a:pt x="404050" y="314210"/>
                </a:lnTo>
                <a:lnTo>
                  <a:pt x="447573" y="303885"/>
                </a:lnTo>
                <a:lnTo>
                  <a:pt x="456780" y="299961"/>
                </a:lnTo>
                <a:lnTo>
                  <a:pt x="449859" y="257136"/>
                </a:lnTo>
                <a:lnTo>
                  <a:pt x="447522" y="242658"/>
                </a:lnTo>
                <a:lnTo>
                  <a:pt x="403288" y="254533"/>
                </a:lnTo>
                <a:lnTo>
                  <a:pt x="367423" y="257136"/>
                </a:lnTo>
                <a:lnTo>
                  <a:pt x="348348" y="255981"/>
                </a:lnTo>
                <a:lnTo>
                  <a:pt x="347345" y="255981"/>
                </a:lnTo>
                <a:lnTo>
                  <a:pt x="300964" y="237172"/>
                </a:lnTo>
                <a:lnTo>
                  <a:pt x="277825" y="197929"/>
                </a:lnTo>
                <a:lnTo>
                  <a:pt x="275132" y="180746"/>
                </a:lnTo>
                <a:lnTo>
                  <a:pt x="475361" y="180746"/>
                </a:lnTo>
                <a:lnTo>
                  <a:pt x="475716" y="177152"/>
                </a:lnTo>
                <a:lnTo>
                  <a:pt x="476046" y="172504"/>
                </a:lnTo>
                <a:lnTo>
                  <a:pt x="476427" y="162826"/>
                </a:lnTo>
                <a:lnTo>
                  <a:pt x="476554" y="154660"/>
                </a:lnTo>
                <a:close/>
              </a:path>
              <a:path w="735964" h="318135">
                <a:moveTo>
                  <a:pt x="735914" y="229806"/>
                </a:moveTo>
                <a:lnTo>
                  <a:pt x="727748" y="187998"/>
                </a:lnTo>
                <a:lnTo>
                  <a:pt x="701395" y="158534"/>
                </a:lnTo>
                <a:lnTo>
                  <a:pt x="666203" y="139941"/>
                </a:lnTo>
                <a:lnTo>
                  <a:pt x="635850" y="128193"/>
                </a:lnTo>
                <a:lnTo>
                  <a:pt x="629183" y="125653"/>
                </a:lnTo>
                <a:lnTo>
                  <a:pt x="593496" y="103962"/>
                </a:lnTo>
                <a:lnTo>
                  <a:pt x="589114" y="91808"/>
                </a:lnTo>
                <a:lnTo>
                  <a:pt x="589114" y="86817"/>
                </a:lnTo>
                <a:lnTo>
                  <a:pt x="617855" y="59105"/>
                </a:lnTo>
                <a:lnTo>
                  <a:pt x="637298" y="57264"/>
                </a:lnTo>
                <a:lnTo>
                  <a:pt x="648843" y="57543"/>
                </a:lnTo>
                <a:lnTo>
                  <a:pt x="687692" y="63881"/>
                </a:lnTo>
                <a:lnTo>
                  <a:pt x="708698" y="71247"/>
                </a:lnTo>
                <a:lnTo>
                  <a:pt x="721461" y="14478"/>
                </a:lnTo>
                <a:lnTo>
                  <a:pt x="672604" y="2743"/>
                </a:lnTo>
                <a:lnTo>
                  <a:pt x="633857" y="0"/>
                </a:lnTo>
                <a:lnTo>
                  <a:pt x="608825" y="1498"/>
                </a:lnTo>
                <a:lnTo>
                  <a:pt x="567029" y="13525"/>
                </a:lnTo>
                <a:lnTo>
                  <a:pt x="536790" y="37160"/>
                </a:lnTo>
                <a:lnTo>
                  <a:pt x="519480" y="89725"/>
                </a:lnTo>
                <a:lnTo>
                  <a:pt x="519899" y="100050"/>
                </a:lnTo>
                <a:lnTo>
                  <a:pt x="534060" y="139661"/>
                </a:lnTo>
                <a:lnTo>
                  <a:pt x="564324" y="165328"/>
                </a:lnTo>
                <a:lnTo>
                  <a:pt x="621715" y="189839"/>
                </a:lnTo>
                <a:lnTo>
                  <a:pt x="634072" y="195300"/>
                </a:lnTo>
                <a:lnTo>
                  <a:pt x="664908" y="223278"/>
                </a:lnTo>
                <a:lnTo>
                  <a:pt x="665772" y="230492"/>
                </a:lnTo>
                <a:lnTo>
                  <a:pt x="664972" y="237985"/>
                </a:lnTo>
                <a:lnTo>
                  <a:pt x="625386" y="259588"/>
                </a:lnTo>
                <a:lnTo>
                  <a:pt x="612394" y="260019"/>
                </a:lnTo>
                <a:lnTo>
                  <a:pt x="612267" y="259892"/>
                </a:lnTo>
                <a:lnTo>
                  <a:pt x="598716" y="259524"/>
                </a:lnTo>
                <a:lnTo>
                  <a:pt x="552145" y="251155"/>
                </a:lnTo>
                <a:lnTo>
                  <a:pt x="525233" y="241909"/>
                </a:lnTo>
                <a:lnTo>
                  <a:pt x="513029" y="300393"/>
                </a:lnTo>
                <a:lnTo>
                  <a:pt x="560438" y="314045"/>
                </a:lnTo>
                <a:lnTo>
                  <a:pt x="611708" y="317804"/>
                </a:lnTo>
                <a:lnTo>
                  <a:pt x="639876" y="316420"/>
                </a:lnTo>
                <a:lnTo>
                  <a:pt x="685863" y="305269"/>
                </a:lnTo>
                <a:lnTo>
                  <a:pt x="717778" y="283057"/>
                </a:lnTo>
                <a:lnTo>
                  <a:pt x="733894" y="250202"/>
                </a:lnTo>
                <a:lnTo>
                  <a:pt x="735914" y="2298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210407" y="3966400"/>
            <a:ext cx="606425" cy="417830"/>
          </a:xfrm>
          <a:custGeom>
            <a:avLst/>
            <a:gdLst/>
            <a:ahLst/>
            <a:cxnLst/>
            <a:rect l="l" t="t" r="r" b="b"/>
            <a:pathLst>
              <a:path w="606425" h="417829">
                <a:moveTo>
                  <a:pt x="273443" y="158115"/>
                </a:moveTo>
                <a:lnTo>
                  <a:pt x="267436" y="108699"/>
                </a:lnTo>
                <a:lnTo>
                  <a:pt x="249643" y="66598"/>
                </a:lnTo>
                <a:lnTo>
                  <a:pt x="221386" y="34163"/>
                </a:lnTo>
                <a:lnTo>
                  <a:pt x="201383" y="20828"/>
                </a:lnTo>
                <a:lnTo>
                  <a:pt x="201383" y="160312"/>
                </a:lnTo>
                <a:lnTo>
                  <a:pt x="200291" y="181127"/>
                </a:lnTo>
                <a:lnTo>
                  <a:pt x="183692" y="230276"/>
                </a:lnTo>
                <a:lnTo>
                  <a:pt x="145554" y="254736"/>
                </a:lnTo>
                <a:lnTo>
                  <a:pt x="127698" y="256362"/>
                </a:lnTo>
                <a:lnTo>
                  <a:pt x="119126" y="256019"/>
                </a:lnTo>
                <a:lnTo>
                  <a:pt x="81064" y="245160"/>
                </a:lnTo>
                <a:lnTo>
                  <a:pt x="70281" y="239014"/>
                </a:lnTo>
                <a:lnTo>
                  <a:pt x="70281" y="65925"/>
                </a:lnTo>
                <a:lnTo>
                  <a:pt x="77292" y="63919"/>
                </a:lnTo>
                <a:lnTo>
                  <a:pt x="84302" y="62674"/>
                </a:lnTo>
                <a:lnTo>
                  <a:pt x="91478" y="62179"/>
                </a:lnTo>
                <a:lnTo>
                  <a:pt x="98577" y="61595"/>
                </a:lnTo>
                <a:lnTo>
                  <a:pt x="105498" y="61252"/>
                </a:lnTo>
                <a:lnTo>
                  <a:pt x="112090" y="61252"/>
                </a:lnTo>
                <a:lnTo>
                  <a:pt x="152603" y="67792"/>
                </a:lnTo>
                <a:lnTo>
                  <a:pt x="189534" y="101701"/>
                </a:lnTo>
                <a:lnTo>
                  <a:pt x="201333" y="158115"/>
                </a:lnTo>
                <a:lnTo>
                  <a:pt x="201383" y="160312"/>
                </a:lnTo>
                <a:lnTo>
                  <a:pt x="201383" y="20828"/>
                </a:lnTo>
                <a:lnTo>
                  <a:pt x="152857" y="4025"/>
                </a:lnTo>
                <a:lnTo>
                  <a:pt x="119024" y="1244"/>
                </a:lnTo>
                <a:lnTo>
                  <a:pt x="101790" y="1574"/>
                </a:lnTo>
                <a:lnTo>
                  <a:pt x="52844" y="6489"/>
                </a:lnTo>
                <a:lnTo>
                  <a:pt x="11353" y="14592"/>
                </a:lnTo>
                <a:lnTo>
                  <a:pt x="0" y="17475"/>
                </a:lnTo>
                <a:lnTo>
                  <a:pt x="0" y="417525"/>
                </a:lnTo>
                <a:lnTo>
                  <a:pt x="70205" y="417525"/>
                </a:lnTo>
                <a:lnTo>
                  <a:pt x="70205" y="299999"/>
                </a:lnTo>
                <a:lnTo>
                  <a:pt x="76415" y="303136"/>
                </a:lnTo>
                <a:lnTo>
                  <a:pt x="118681" y="315480"/>
                </a:lnTo>
                <a:lnTo>
                  <a:pt x="139293" y="316788"/>
                </a:lnTo>
                <a:lnTo>
                  <a:pt x="154838" y="316064"/>
                </a:lnTo>
                <a:lnTo>
                  <a:pt x="196469" y="305168"/>
                </a:lnTo>
                <a:lnTo>
                  <a:pt x="229641" y="282575"/>
                </a:lnTo>
                <a:lnTo>
                  <a:pt x="253453" y="249847"/>
                </a:lnTo>
                <a:lnTo>
                  <a:pt x="268338" y="208051"/>
                </a:lnTo>
                <a:lnTo>
                  <a:pt x="273367" y="160312"/>
                </a:lnTo>
                <a:lnTo>
                  <a:pt x="273443" y="158115"/>
                </a:lnTo>
                <a:close/>
              </a:path>
              <a:path w="606425" h="417829">
                <a:moveTo>
                  <a:pt x="606082" y="157518"/>
                </a:moveTo>
                <a:lnTo>
                  <a:pt x="600075" y="108546"/>
                </a:lnTo>
                <a:lnTo>
                  <a:pt x="582523" y="66370"/>
                </a:lnTo>
                <a:lnTo>
                  <a:pt x="578777" y="60756"/>
                </a:lnTo>
                <a:lnTo>
                  <a:pt x="574535" y="54381"/>
                </a:lnTo>
                <a:lnTo>
                  <a:pt x="565480" y="43446"/>
                </a:lnTo>
                <a:lnTo>
                  <a:pt x="555371" y="33578"/>
                </a:lnTo>
                <a:lnTo>
                  <a:pt x="544309" y="24930"/>
                </a:lnTo>
                <a:lnTo>
                  <a:pt x="534022" y="18580"/>
                </a:lnTo>
                <a:lnTo>
                  <a:pt x="534022" y="158623"/>
                </a:lnTo>
                <a:lnTo>
                  <a:pt x="532815" y="180149"/>
                </a:lnTo>
                <a:lnTo>
                  <a:pt x="532803" y="180327"/>
                </a:lnTo>
                <a:lnTo>
                  <a:pt x="529183" y="199453"/>
                </a:lnTo>
                <a:lnTo>
                  <a:pt x="529158" y="199618"/>
                </a:lnTo>
                <a:lnTo>
                  <a:pt x="503910" y="242697"/>
                </a:lnTo>
                <a:lnTo>
                  <a:pt x="460336" y="257683"/>
                </a:lnTo>
                <a:lnTo>
                  <a:pt x="443890" y="256019"/>
                </a:lnTo>
                <a:lnTo>
                  <a:pt x="406095" y="231025"/>
                </a:lnTo>
                <a:lnTo>
                  <a:pt x="391553" y="199618"/>
                </a:lnTo>
                <a:lnTo>
                  <a:pt x="391490" y="199453"/>
                </a:lnTo>
                <a:lnTo>
                  <a:pt x="387883" y="180327"/>
                </a:lnTo>
                <a:lnTo>
                  <a:pt x="387858" y="180149"/>
                </a:lnTo>
                <a:lnTo>
                  <a:pt x="386651" y="158623"/>
                </a:lnTo>
                <a:lnTo>
                  <a:pt x="387870" y="137236"/>
                </a:lnTo>
                <a:lnTo>
                  <a:pt x="406095" y="87058"/>
                </a:lnTo>
                <a:lnTo>
                  <a:pt x="443890" y="62407"/>
                </a:lnTo>
                <a:lnTo>
                  <a:pt x="460336" y="60756"/>
                </a:lnTo>
                <a:lnTo>
                  <a:pt x="476783" y="62407"/>
                </a:lnTo>
                <a:lnTo>
                  <a:pt x="514578" y="87058"/>
                </a:lnTo>
                <a:lnTo>
                  <a:pt x="532803" y="137236"/>
                </a:lnTo>
                <a:lnTo>
                  <a:pt x="533958" y="157518"/>
                </a:lnTo>
                <a:lnTo>
                  <a:pt x="534022" y="158623"/>
                </a:lnTo>
                <a:lnTo>
                  <a:pt x="534022" y="18580"/>
                </a:lnTo>
                <a:lnTo>
                  <a:pt x="491020" y="2806"/>
                </a:lnTo>
                <a:lnTo>
                  <a:pt x="460336" y="0"/>
                </a:lnTo>
                <a:lnTo>
                  <a:pt x="444690" y="698"/>
                </a:lnTo>
                <a:lnTo>
                  <a:pt x="401675" y="11226"/>
                </a:lnTo>
                <a:lnTo>
                  <a:pt x="365683" y="33578"/>
                </a:lnTo>
                <a:lnTo>
                  <a:pt x="338251" y="66370"/>
                </a:lnTo>
                <a:lnTo>
                  <a:pt x="320649" y="108546"/>
                </a:lnTo>
                <a:lnTo>
                  <a:pt x="314667" y="157518"/>
                </a:lnTo>
                <a:lnTo>
                  <a:pt x="314629" y="158623"/>
                </a:lnTo>
                <a:lnTo>
                  <a:pt x="315290" y="176161"/>
                </a:lnTo>
                <a:lnTo>
                  <a:pt x="325399" y="224028"/>
                </a:lnTo>
                <a:lnTo>
                  <a:pt x="346227" y="263423"/>
                </a:lnTo>
                <a:lnTo>
                  <a:pt x="376313" y="292950"/>
                </a:lnTo>
                <a:lnTo>
                  <a:pt x="414870" y="311937"/>
                </a:lnTo>
                <a:lnTo>
                  <a:pt x="460336" y="318465"/>
                </a:lnTo>
                <a:lnTo>
                  <a:pt x="476211" y="317741"/>
                </a:lnTo>
                <a:lnTo>
                  <a:pt x="519836" y="306857"/>
                </a:lnTo>
                <a:lnTo>
                  <a:pt x="555929" y="284251"/>
                </a:lnTo>
                <a:lnTo>
                  <a:pt x="582993" y="251371"/>
                </a:lnTo>
                <a:lnTo>
                  <a:pt x="600163" y="208889"/>
                </a:lnTo>
                <a:lnTo>
                  <a:pt x="606044" y="158623"/>
                </a:lnTo>
                <a:lnTo>
                  <a:pt x="606082" y="1575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874455" y="3967553"/>
            <a:ext cx="254000" cy="309245"/>
          </a:xfrm>
          <a:custGeom>
            <a:avLst/>
            <a:gdLst/>
            <a:ahLst/>
            <a:cxnLst/>
            <a:rect l="l" t="t" r="r" b="b"/>
            <a:pathLst>
              <a:path w="254000" h="309245">
                <a:moveTo>
                  <a:pt x="124843" y="0"/>
                </a:moveTo>
                <a:lnTo>
                  <a:pt x="69534" y="2879"/>
                </a:lnTo>
                <a:lnTo>
                  <a:pt x="23376" y="10498"/>
                </a:lnTo>
                <a:lnTo>
                  <a:pt x="0" y="16148"/>
                </a:lnTo>
                <a:lnTo>
                  <a:pt x="0" y="309134"/>
                </a:lnTo>
                <a:lnTo>
                  <a:pt x="70265" y="309134"/>
                </a:lnTo>
                <a:lnTo>
                  <a:pt x="70265" y="64760"/>
                </a:lnTo>
                <a:lnTo>
                  <a:pt x="74855" y="64011"/>
                </a:lnTo>
                <a:lnTo>
                  <a:pt x="98861" y="61165"/>
                </a:lnTo>
                <a:lnTo>
                  <a:pt x="105899" y="60619"/>
                </a:lnTo>
                <a:lnTo>
                  <a:pt x="112813" y="60291"/>
                </a:lnTo>
                <a:lnTo>
                  <a:pt x="119585" y="60182"/>
                </a:lnTo>
                <a:lnTo>
                  <a:pt x="128241" y="60481"/>
                </a:lnTo>
                <a:lnTo>
                  <a:pt x="164899" y="73583"/>
                </a:lnTo>
                <a:lnTo>
                  <a:pt x="181582" y="117443"/>
                </a:lnTo>
                <a:lnTo>
                  <a:pt x="183342" y="309067"/>
                </a:lnTo>
                <a:lnTo>
                  <a:pt x="253608" y="309067"/>
                </a:lnTo>
                <a:lnTo>
                  <a:pt x="253608" y="138868"/>
                </a:lnTo>
                <a:lnTo>
                  <a:pt x="250228" y="95627"/>
                </a:lnTo>
                <a:lnTo>
                  <a:pt x="239317" y="58558"/>
                </a:lnTo>
                <a:lnTo>
                  <a:pt x="209358" y="22235"/>
                </a:lnTo>
                <a:lnTo>
                  <a:pt x="173697" y="5653"/>
                </a:lnTo>
                <a:lnTo>
                  <a:pt x="142629" y="625"/>
                </a:lnTo>
                <a:lnTo>
                  <a:pt x="1248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82557" y="3827378"/>
            <a:ext cx="273685" cy="457200"/>
          </a:xfrm>
          <a:custGeom>
            <a:avLst/>
            <a:gdLst/>
            <a:ahLst/>
            <a:cxnLst/>
            <a:rect l="l" t="t" r="r" b="b"/>
            <a:pathLst>
              <a:path w="273685" h="457200">
                <a:moveTo>
                  <a:pt x="135274" y="140091"/>
                </a:moveTo>
                <a:lnTo>
                  <a:pt x="119483" y="140795"/>
                </a:lnTo>
                <a:lnTo>
                  <a:pt x="103982" y="143006"/>
                </a:lnTo>
                <a:lnTo>
                  <a:pt x="104274" y="143006"/>
                </a:lnTo>
                <a:lnTo>
                  <a:pt x="90750" y="146447"/>
                </a:lnTo>
                <a:lnTo>
                  <a:pt x="54744" y="165105"/>
                </a:lnTo>
                <a:lnTo>
                  <a:pt x="27284" y="194484"/>
                </a:lnTo>
                <a:lnTo>
                  <a:pt x="9012" y="233569"/>
                </a:lnTo>
                <a:lnTo>
                  <a:pt x="563" y="281058"/>
                </a:lnTo>
                <a:lnTo>
                  <a:pt x="53" y="297081"/>
                </a:lnTo>
                <a:lnTo>
                  <a:pt x="0" y="298762"/>
                </a:lnTo>
                <a:lnTo>
                  <a:pt x="6055" y="349425"/>
                </a:lnTo>
                <a:lnTo>
                  <a:pt x="23799" y="391391"/>
                </a:lnTo>
                <a:lnTo>
                  <a:pt x="52138" y="423992"/>
                </a:lnTo>
                <a:lnTo>
                  <a:pt x="90043" y="445871"/>
                </a:lnTo>
                <a:lnTo>
                  <a:pt x="137360" y="456169"/>
                </a:lnTo>
                <a:lnTo>
                  <a:pt x="154551" y="456858"/>
                </a:lnTo>
                <a:lnTo>
                  <a:pt x="171749" y="456541"/>
                </a:lnTo>
                <a:lnTo>
                  <a:pt x="220978" y="451681"/>
                </a:lnTo>
                <a:lnTo>
                  <a:pt x="262428" y="443183"/>
                </a:lnTo>
                <a:lnTo>
                  <a:pt x="273553" y="440069"/>
                </a:lnTo>
                <a:lnTo>
                  <a:pt x="273469" y="396002"/>
                </a:lnTo>
                <a:lnTo>
                  <a:pt x="155052" y="396002"/>
                </a:lnTo>
                <a:lnTo>
                  <a:pt x="136685" y="394353"/>
                </a:lnTo>
                <a:lnTo>
                  <a:pt x="94133" y="369665"/>
                </a:lnTo>
                <a:lnTo>
                  <a:pt x="73478" y="318935"/>
                </a:lnTo>
                <a:lnTo>
                  <a:pt x="72106" y="297081"/>
                </a:lnTo>
                <a:lnTo>
                  <a:pt x="73211" y="275924"/>
                </a:lnTo>
                <a:lnTo>
                  <a:pt x="89793" y="226410"/>
                </a:lnTo>
                <a:lnTo>
                  <a:pt x="127992" y="201981"/>
                </a:lnTo>
                <a:lnTo>
                  <a:pt x="145872" y="200356"/>
                </a:lnTo>
                <a:lnTo>
                  <a:pt x="273469" y="200356"/>
                </a:lnTo>
                <a:lnTo>
                  <a:pt x="273469" y="156906"/>
                </a:lnTo>
                <a:lnTo>
                  <a:pt x="203203" y="156906"/>
                </a:lnTo>
                <a:lnTo>
                  <a:pt x="196823" y="153785"/>
                </a:lnTo>
                <a:lnTo>
                  <a:pt x="189841" y="150798"/>
                </a:lnTo>
                <a:lnTo>
                  <a:pt x="145962" y="140418"/>
                </a:lnTo>
                <a:lnTo>
                  <a:pt x="135274" y="140091"/>
                </a:lnTo>
                <a:close/>
              </a:path>
              <a:path w="273685" h="457200">
                <a:moveTo>
                  <a:pt x="273469" y="200356"/>
                </a:moveTo>
                <a:lnTo>
                  <a:pt x="145872" y="200356"/>
                </a:lnTo>
                <a:lnTo>
                  <a:pt x="154399" y="200700"/>
                </a:lnTo>
                <a:lnTo>
                  <a:pt x="162698" y="201730"/>
                </a:lnTo>
                <a:lnTo>
                  <a:pt x="203287" y="217670"/>
                </a:lnTo>
                <a:lnTo>
                  <a:pt x="203287" y="391391"/>
                </a:lnTo>
                <a:lnTo>
                  <a:pt x="198196" y="392573"/>
                </a:lnTo>
                <a:lnTo>
                  <a:pt x="160642" y="396002"/>
                </a:lnTo>
                <a:lnTo>
                  <a:pt x="273469" y="396002"/>
                </a:lnTo>
                <a:lnTo>
                  <a:pt x="273469" y="200356"/>
                </a:lnTo>
                <a:close/>
              </a:path>
              <a:path w="273685" h="457200">
                <a:moveTo>
                  <a:pt x="273469" y="0"/>
                </a:moveTo>
                <a:lnTo>
                  <a:pt x="203203" y="11570"/>
                </a:lnTo>
                <a:lnTo>
                  <a:pt x="203203" y="156906"/>
                </a:lnTo>
                <a:lnTo>
                  <a:pt x="273469" y="156906"/>
                </a:lnTo>
                <a:lnTo>
                  <a:pt x="2734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514192" y="3966388"/>
            <a:ext cx="274320" cy="318135"/>
          </a:xfrm>
          <a:custGeom>
            <a:avLst/>
            <a:gdLst/>
            <a:ahLst/>
            <a:cxnLst/>
            <a:rect l="l" t="t" r="r" b="b"/>
            <a:pathLst>
              <a:path w="274320" h="318135">
                <a:moveTo>
                  <a:pt x="141116" y="0"/>
                </a:moveTo>
                <a:lnTo>
                  <a:pt x="101638" y="5724"/>
                </a:lnTo>
                <a:lnTo>
                  <a:pt x="64706" y="22745"/>
                </a:lnTo>
                <a:lnTo>
                  <a:pt x="34123" y="50831"/>
                </a:lnTo>
                <a:lnTo>
                  <a:pt x="18359" y="75759"/>
                </a:lnTo>
                <a:lnTo>
                  <a:pt x="18283" y="75894"/>
                </a:lnTo>
                <a:lnTo>
                  <a:pt x="11850" y="90314"/>
                </a:lnTo>
                <a:lnTo>
                  <a:pt x="6653" y="105932"/>
                </a:lnTo>
                <a:lnTo>
                  <a:pt x="3134" y="121979"/>
                </a:lnTo>
                <a:lnTo>
                  <a:pt x="3033" y="122441"/>
                </a:lnTo>
                <a:lnTo>
                  <a:pt x="2952" y="122813"/>
                </a:lnTo>
                <a:lnTo>
                  <a:pt x="736" y="140945"/>
                </a:lnTo>
                <a:lnTo>
                  <a:pt x="0" y="160318"/>
                </a:lnTo>
                <a:lnTo>
                  <a:pt x="557" y="176791"/>
                </a:lnTo>
                <a:lnTo>
                  <a:pt x="9263" y="223164"/>
                </a:lnTo>
                <a:lnTo>
                  <a:pt x="28755" y="261926"/>
                </a:lnTo>
                <a:lnTo>
                  <a:pt x="59490" y="291800"/>
                </a:lnTo>
                <a:lnTo>
                  <a:pt x="101883" y="311187"/>
                </a:lnTo>
                <a:lnTo>
                  <a:pt x="156053" y="317849"/>
                </a:lnTo>
                <a:lnTo>
                  <a:pt x="161348" y="317849"/>
                </a:lnTo>
                <a:lnTo>
                  <a:pt x="171638" y="317421"/>
                </a:lnTo>
                <a:lnTo>
                  <a:pt x="215053" y="311731"/>
                </a:lnTo>
                <a:lnTo>
                  <a:pt x="254192" y="299877"/>
                </a:lnTo>
                <a:lnTo>
                  <a:pt x="247270" y="257059"/>
                </a:lnTo>
                <a:lnTo>
                  <a:pt x="164816" y="257059"/>
                </a:lnTo>
                <a:lnTo>
                  <a:pt x="145782" y="255895"/>
                </a:lnTo>
                <a:lnTo>
                  <a:pt x="98389" y="237090"/>
                </a:lnTo>
                <a:lnTo>
                  <a:pt x="75246" y="197852"/>
                </a:lnTo>
                <a:lnTo>
                  <a:pt x="72519" y="180662"/>
                </a:lnTo>
                <a:lnTo>
                  <a:pt x="272802" y="180662"/>
                </a:lnTo>
                <a:lnTo>
                  <a:pt x="273112" y="177064"/>
                </a:lnTo>
                <a:lnTo>
                  <a:pt x="273469" y="172421"/>
                </a:lnTo>
                <a:lnTo>
                  <a:pt x="273636" y="167618"/>
                </a:lnTo>
                <a:lnTo>
                  <a:pt x="273887" y="162749"/>
                </a:lnTo>
                <a:lnTo>
                  <a:pt x="273970" y="154575"/>
                </a:lnTo>
                <a:lnTo>
                  <a:pt x="272423" y="129112"/>
                </a:lnTo>
                <a:lnTo>
                  <a:pt x="73092" y="129112"/>
                </a:lnTo>
                <a:lnTo>
                  <a:pt x="74095" y="122813"/>
                </a:lnTo>
                <a:lnTo>
                  <a:pt x="88588" y="85527"/>
                </a:lnTo>
                <a:lnTo>
                  <a:pt x="119589" y="61840"/>
                </a:lnTo>
                <a:lnTo>
                  <a:pt x="141616" y="58433"/>
                </a:lnTo>
                <a:lnTo>
                  <a:pt x="252697" y="58433"/>
                </a:lnTo>
                <a:lnTo>
                  <a:pt x="238837" y="38789"/>
                </a:lnTo>
                <a:lnTo>
                  <a:pt x="219578" y="21842"/>
                </a:lnTo>
                <a:lnTo>
                  <a:pt x="196861" y="9718"/>
                </a:lnTo>
                <a:lnTo>
                  <a:pt x="171122" y="2549"/>
                </a:lnTo>
                <a:lnTo>
                  <a:pt x="172126" y="2549"/>
                </a:lnTo>
                <a:lnTo>
                  <a:pt x="141116" y="0"/>
                </a:lnTo>
                <a:close/>
              </a:path>
              <a:path w="274320" h="318135">
                <a:moveTo>
                  <a:pt x="244929" y="242575"/>
                </a:moveTo>
                <a:lnTo>
                  <a:pt x="200726" y="254450"/>
                </a:lnTo>
                <a:lnTo>
                  <a:pt x="164816" y="257059"/>
                </a:lnTo>
                <a:lnTo>
                  <a:pt x="247270" y="257059"/>
                </a:lnTo>
                <a:lnTo>
                  <a:pt x="244929" y="242575"/>
                </a:lnTo>
                <a:close/>
              </a:path>
              <a:path w="274320" h="318135">
                <a:moveTo>
                  <a:pt x="252697" y="58433"/>
                </a:moveTo>
                <a:lnTo>
                  <a:pt x="141616" y="58433"/>
                </a:lnTo>
                <a:lnTo>
                  <a:pt x="149927" y="58809"/>
                </a:lnTo>
                <a:lnTo>
                  <a:pt x="149429" y="58809"/>
                </a:lnTo>
                <a:lnTo>
                  <a:pt x="187765" y="78994"/>
                </a:lnTo>
                <a:lnTo>
                  <a:pt x="202692" y="115004"/>
                </a:lnTo>
                <a:lnTo>
                  <a:pt x="203704" y="129112"/>
                </a:lnTo>
                <a:lnTo>
                  <a:pt x="272423" y="129112"/>
                </a:lnTo>
                <a:lnTo>
                  <a:pt x="271778" y="118492"/>
                </a:lnTo>
                <a:lnTo>
                  <a:pt x="265197" y="87161"/>
                </a:lnTo>
                <a:lnTo>
                  <a:pt x="254219" y="60591"/>
                </a:lnTo>
                <a:lnTo>
                  <a:pt x="252697" y="584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847914" y="3967553"/>
            <a:ext cx="185420" cy="309245"/>
          </a:xfrm>
          <a:custGeom>
            <a:avLst/>
            <a:gdLst/>
            <a:ahLst/>
            <a:cxnLst/>
            <a:rect l="l" t="t" r="r" b="b"/>
            <a:pathLst>
              <a:path w="185420" h="309245">
                <a:moveTo>
                  <a:pt x="123090" y="0"/>
                </a:moveTo>
                <a:lnTo>
                  <a:pt x="83002" y="1675"/>
                </a:lnTo>
                <a:lnTo>
                  <a:pt x="36191" y="10029"/>
                </a:lnTo>
                <a:lnTo>
                  <a:pt x="0" y="20809"/>
                </a:lnTo>
                <a:lnTo>
                  <a:pt x="0" y="309192"/>
                </a:lnTo>
                <a:lnTo>
                  <a:pt x="70182" y="309192"/>
                </a:lnTo>
                <a:lnTo>
                  <a:pt x="70182" y="66591"/>
                </a:lnTo>
                <a:lnTo>
                  <a:pt x="73687" y="65426"/>
                </a:lnTo>
                <a:lnTo>
                  <a:pt x="79779" y="64094"/>
                </a:lnTo>
                <a:lnTo>
                  <a:pt x="97220" y="61014"/>
                </a:lnTo>
                <a:lnTo>
                  <a:pt x="105398" y="60265"/>
                </a:lnTo>
                <a:lnTo>
                  <a:pt x="113159" y="60265"/>
                </a:lnTo>
                <a:lnTo>
                  <a:pt x="159141" y="65509"/>
                </a:lnTo>
                <a:lnTo>
                  <a:pt x="173077" y="69504"/>
                </a:lnTo>
                <a:lnTo>
                  <a:pt x="185261" y="10404"/>
                </a:lnTo>
                <a:lnTo>
                  <a:pt x="140949" y="1415"/>
                </a:lnTo>
                <a:lnTo>
                  <a:pt x="128514" y="249"/>
                </a:lnTo>
                <a:lnTo>
                  <a:pt x="1230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166531" y="3966388"/>
            <a:ext cx="245745" cy="316865"/>
          </a:xfrm>
          <a:custGeom>
            <a:avLst/>
            <a:gdLst/>
            <a:ahLst/>
            <a:cxnLst/>
            <a:rect l="l" t="t" r="r" b="b"/>
            <a:pathLst>
              <a:path w="245745" h="316864">
                <a:moveTo>
                  <a:pt x="133772" y="124492"/>
                </a:moveTo>
                <a:lnTo>
                  <a:pt x="89690" y="127256"/>
                </a:lnTo>
                <a:lnTo>
                  <a:pt x="46765" y="140396"/>
                </a:lnTo>
                <a:lnTo>
                  <a:pt x="15704" y="166354"/>
                </a:lnTo>
                <a:lnTo>
                  <a:pt x="640" y="206074"/>
                </a:lnTo>
                <a:lnTo>
                  <a:pt x="90" y="217113"/>
                </a:lnTo>
                <a:lnTo>
                  <a:pt x="0" y="218927"/>
                </a:lnTo>
                <a:lnTo>
                  <a:pt x="9012" y="264675"/>
                </a:lnTo>
                <a:lnTo>
                  <a:pt x="33964" y="294758"/>
                </a:lnTo>
                <a:lnTo>
                  <a:pt x="72602" y="311548"/>
                </a:lnTo>
                <a:lnTo>
                  <a:pt x="97417" y="315500"/>
                </a:lnTo>
                <a:lnTo>
                  <a:pt x="109438" y="316420"/>
                </a:lnTo>
                <a:lnTo>
                  <a:pt x="110034" y="316420"/>
                </a:lnTo>
                <a:lnTo>
                  <a:pt x="122506" y="316725"/>
                </a:lnTo>
                <a:lnTo>
                  <a:pt x="142615" y="316420"/>
                </a:lnTo>
                <a:lnTo>
                  <a:pt x="196527" y="311797"/>
                </a:lnTo>
                <a:lnTo>
                  <a:pt x="236463" y="305255"/>
                </a:lnTo>
                <a:lnTo>
                  <a:pt x="245597" y="303432"/>
                </a:lnTo>
                <a:lnTo>
                  <a:pt x="245597" y="261113"/>
                </a:lnTo>
                <a:lnTo>
                  <a:pt x="128264" y="261113"/>
                </a:lnTo>
                <a:lnTo>
                  <a:pt x="115621" y="260517"/>
                </a:lnTo>
                <a:lnTo>
                  <a:pt x="79102" y="245831"/>
                </a:lnTo>
                <a:lnTo>
                  <a:pt x="70265" y="208622"/>
                </a:lnTo>
                <a:lnTo>
                  <a:pt x="72268" y="201572"/>
                </a:lnTo>
                <a:lnTo>
                  <a:pt x="104981" y="177732"/>
                </a:lnTo>
                <a:lnTo>
                  <a:pt x="127034" y="174919"/>
                </a:lnTo>
                <a:lnTo>
                  <a:pt x="245597" y="174919"/>
                </a:lnTo>
                <a:lnTo>
                  <a:pt x="245597" y="130860"/>
                </a:lnTo>
                <a:lnTo>
                  <a:pt x="177667" y="130860"/>
                </a:lnTo>
                <a:lnTo>
                  <a:pt x="170517" y="129253"/>
                </a:lnTo>
                <a:lnTo>
                  <a:pt x="163585" y="127899"/>
                </a:lnTo>
                <a:lnTo>
                  <a:pt x="156872" y="126791"/>
                </a:lnTo>
                <a:lnTo>
                  <a:pt x="150379" y="125924"/>
                </a:lnTo>
                <a:lnTo>
                  <a:pt x="141867" y="124992"/>
                </a:lnTo>
                <a:lnTo>
                  <a:pt x="133772" y="124492"/>
                </a:lnTo>
                <a:close/>
              </a:path>
              <a:path w="245745" h="316864">
                <a:moveTo>
                  <a:pt x="245597" y="174919"/>
                </a:moveTo>
                <a:lnTo>
                  <a:pt x="147241" y="174919"/>
                </a:lnTo>
                <a:lnTo>
                  <a:pt x="153550" y="175360"/>
                </a:lnTo>
                <a:lnTo>
                  <a:pt x="168237" y="177732"/>
                </a:lnTo>
                <a:lnTo>
                  <a:pt x="173829" y="178856"/>
                </a:lnTo>
                <a:lnTo>
                  <a:pt x="177751" y="180038"/>
                </a:lnTo>
                <a:lnTo>
                  <a:pt x="177751" y="257617"/>
                </a:lnTo>
                <a:lnTo>
                  <a:pt x="168330" y="259139"/>
                </a:lnTo>
                <a:lnTo>
                  <a:pt x="156961" y="260233"/>
                </a:lnTo>
                <a:lnTo>
                  <a:pt x="143636" y="260892"/>
                </a:lnTo>
                <a:lnTo>
                  <a:pt x="128348" y="261113"/>
                </a:lnTo>
                <a:lnTo>
                  <a:pt x="245597" y="261113"/>
                </a:lnTo>
                <a:lnTo>
                  <a:pt x="245597" y="174919"/>
                </a:lnTo>
                <a:close/>
              </a:path>
              <a:path w="245745" h="316864">
                <a:moveTo>
                  <a:pt x="235452" y="59016"/>
                </a:moveTo>
                <a:lnTo>
                  <a:pt x="115580" y="59016"/>
                </a:lnTo>
                <a:lnTo>
                  <a:pt x="124204" y="59311"/>
                </a:lnTo>
                <a:lnTo>
                  <a:pt x="132163" y="60213"/>
                </a:lnTo>
                <a:lnTo>
                  <a:pt x="169502" y="82348"/>
                </a:lnTo>
                <a:lnTo>
                  <a:pt x="177667" y="130860"/>
                </a:lnTo>
                <a:lnTo>
                  <a:pt x="245597" y="130860"/>
                </a:lnTo>
                <a:lnTo>
                  <a:pt x="245597" y="119872"/>
                </a:lnTo>
                <a:lnTo>
                  <a:pt x="245345" y="111124"/>
                </a:lnTo>
                <a:lnTo>
                  <a:pt x="245221" y="106800"/>
                </a:lnTo>
                <a:lnTo>
                  <a:pt x="236008" y="60213"/>
                </a:lnTo>
                <a:lnTo>
                  <a:pt x="235452" y="59016"/>
                </a:lnTo>
                <a:close/>
              </a:path>
              <a:path w="245745" h="316864">
                <a:moveTo>
                  <a:pt x="122506" y="0"/>
                </a:moveTo>
                <a:lnTo>
                  <a:pt x="80999" y="2633"/>
                </a:lnTo>
                <a:lnTo>
                  <a:pt x="36538" y="11591"/>
                </a:lnTo>
                <a:lnTo>
                  <a:pt x="29124" y="13900"/>
                </a:lnTo>
                <a:lnTo>
                  <a:pt x="37803" y="70670"/>
                </a:lnTo>
                <a:lnTo>
                  <a:pt x="44658" y="68388"/>
                </a:lnTo>
                <a:lnTo>
                  <a:pt x="52459" y="66279"/>
                </a:lnTo>
                <a:lnTo>
                  <a:pt x="92224" y="59890"/>
                </a:lnTo>
                <a:lnTo>
                  <a:pt x="102303" y="59311"/>
                </a:lnTo>
                <a:lnTo>
                  <a:pt x="99446" y="59311"/>
                </a:lnTo>
                <a:lnTo>
                  <a:pt x="115580" y="59016"/>
                </a:lnTo>
                <a:lnTo>
                  <a:pt x="235452" y="59016"/>
                </a:lnTo>
                <a:lnTo>
                  <a:pt x="231410" y="50318"/>
                </a:lnTo>
                <a:lnTo>
                  <a:pt x="202577" y="19093"/>
                </a:lnTo>
                <a:lnTo>
                  <a:pt x="154593" y="2143"/>
                </a:lnTo>
                <a:lnTo>
                  <a:pt x="139254" y="533"/>
                </a:lnTo>
                <a:lnTo>
                  <a:pt x="1225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603062" y="3827462"/>
            <a:ext cx="383540" cy="455930"/>
          </a:xfrm>
          <a:custGeom>
            <a:avLst/>
            <a:gdLst/>
            <a:ahLst/>
            <a:cxnLst/>
            <a:rect l="l" t="t" r="r" b="b"/>
            <a:pathLst>
              <a:path w="383539" h="455929">
                <a:moveTo>
                  <a:pt x="116573" y="397179"/>
                </a:moveTo>
                <a:lnTo>
                  <a:pt x="107315" y="395986"/>
                </a:lnTo>
                <a:lnTo>
                  <a:pt x="99631" y="394373"/>
                </a:lnTo>
                <a:lnTo>
                  <a:pt x="93624" y="392252"/>
                </a:lnTo>
                <a:lnTo>
                  <a:pt x="87617" y="390194"/>
                </a:lnTo>
                <a:lnTo>
                  <a:pt x="70180" y="355295"/>
                </a:lnTo>
                <a:lnTo>
                  <a:pt x="70180" y="0"/>
                </a:lnTo>
                <a:lnTo>
                  <a:pt x="0" y="11493"/>
                </a:lnTo>
                <a:lnTo>
                  <a:pt x="63" y="362407"/>
                </a:lnTo>
                <a:lnTo>
                  <a:pt x="4914" y="400367"/>
                </a:lnTo>
                <a:lnTo>
                  <a:pt x="28714" y="435470"/>
                </a:lnTo>
                <a:lnTo>
                  <a:pt x="65849" y="450926"/>
                </a:lnTo>
                <a:lnTo>
                  <a:pt x="106641" y="455041"/>
                </a:lnTo>
                <a:lnTo>
                  <a:pt x="116573" y="397179"/>
                </a:lnTo>
                <a:close/>
              </a:path>
              <a:path w="383539" h="455929">
                <a:moveTo>
                  <a:pt x="383120" y="258800"/>
                </a:moveTo>
                <a:lnTo>
                  <a:pt x="377063" y="210019"/>
                </a:lnTo>
                <a:lnTo>
                  <a:pt x="356755" y="171894"/>
                </a:lnTo>
                <a:lnTo>
                  <a:pt x="318693" y="147586"/>
                </a:lnTo>
                <a:lnTo>
                  <a:pt x="276745" y="139471"/>
                </a:lnTo>
                <a:lnTo>
                  <a:pt x="260032" y="138938"/>
                </a:lnTo>
                <a:lnTo>
                  <a:pt x="245808" y="139230"/>
                </a:lnTo>
                <a:lnTo>
                  <a:pt x="205536" y="143598"/>
                </a:lnTo>
                <a:lnTo>
                  <a:pt x="166649" y="152831"/>
                </a:lnTo>
                <a:lnTo>
                  <a:pt x="175323" y="209600"/>
                </a:lnTo>
                <a:lnTo>
                  <a:pt x="182181" y="207314"/>
                </a:lnTo>
                <a:lnTo>
                  <a:pt x="189979" y="205206"/>
                </a:lnTo>
                <a:lnTo>
                  <a:pt x="229717" y="198818"/>
                </a:lnTo>
                <a:lnTo>
                  <a:pt x="239814" y="198247"/>
                </a:lnTo>
                <a:lnTo>
                  <a:pt x="236956" y="198247"/>
                </a:lnTo>
                <a:lnTo>
                  <a:pt x="253098" y="197954"/>
                </a:lnTo>
                <a:lnTo>
                  <a:pt x="261721" y="198247"/>
                </a:lnTo>
                <a:lnTo>
                  <a:pt x="269671" y="199148"/>
                </a:lnTo>
                <a:lnTo>
                  <a:pt x="306946" y="221284"/>
                </a:lnTo>
                <a:lnTo>
                  <a:pt x="315188" y="250063"/>
                </a:lnTo>
                <a:lnTo>
                  <a:pt x="315188" y="269798"/>
                </a:lnTo>
                <a:lnTo>
                  <a:pt x="315188" y="318973"/>
                </a:lnTo>
                <a:lnTo>
                  <a:pt x="315188" y="396544"/>
                </a:lnTo>
                <a:lnTo>
                  <a:pt x="305777" y="398068"/>
                </a:lnTo>
                <a:lnTo>
                  <a:pt x="294411" y="399161"/>
                </a:lnTo>
                <a:lnTo>
                  <a:pt x="281114" y="399821"/>
                </a:lnTo>
                <a:lnTo>
                  <a:pt x="265874" y="400050"/>
                </a:lnTo>
                <a:lnTo>
                  <a:pt x="223393" y="390499"/>
                </a:lnTo>
                <a:lnTo>
                  <a:pt x="207784" y="356044"/>
                </a:lnTo>
                <a:lnTo>
                  <a:pt x="207784" y="347560"/>
                </a:lnTo>
                <a:lnTo>
                  <a:pt x="209715" y="340499"/>
                </a:lnTo>
                <a:lnTo>
                  <a:pt x="213626" y="334886"/>
                </a:lnTo>
                <a:lnTo>
                  <a:pt x="217474" y="329272"/>
                </a:lnTo>
                <a:lnTo>
                  <a:pt x="258445" y="314286"/>
                </a:lnTo>
                <a:lnTo>
                  <a:pt x="264490" y="313855"/>
                </a:lnTo>
                <a:lnTo>
                  <a:pt x="284746" y="313855"/>
                </a:lnTo>
                <a:lnTo>
                  <a:pt x="290995" y="314286"/>
                </a:lnTo>
                <a:lnTo>
                  <a:pt x="305676" y="316661"/>
                </a:lnTo>
                <a:lnTo>
                  <a:pt x="311353" y="317792"/>
                </a:lnTo>
                <a:lnTo>
                  <a:pt x="315188" y="318973"/>
                </a:lnTo>
                <a:lnTo>
                  <a:pt x="315188" y="269798"/>
                </a:lnTo>
                <a:lnTo>
                  <a:pt x="271208" y="263423"/>
                </a:lnTo>
                <a:lnTo>
                  <a:pt x="263448" y="263423"/>
                </a:lnTo>
                <a:lnTo>
                  <a:pt x="215633" y="268351"/>
                </a:lnTo>
                <a:lnTo>
                  <a:pt x="175247" y="284581"/>
                </a:lnTo>
                <a:lnTo>
                  <a:pt x="147624" y="313855"/>
                </a:lnTo>
                <a:lnTo>
                  <a:pt x="137617" y="356044"/>
                </a:lnTo>
                <a:lnTo>
                  <a:pt x="137528" y="357860"/>
                </a:lnTo>
                <a:lnTo>
                  <a:pt x="146532" y="403606"/>
                </a:lnTo>
                <a:lnTo>
                  <a:pt x="171488" y="433692"/>
                </a:lnTo>
                <a:lnTo>
                  <a:pt x="210121" y="450481"/>
                </a:lnTo>
                <a:lnTo>
                  <a:pt x="234480" y="454431"/>
                </a:lnTo>
                <a:lnTo>
                  <a:pt x="234911" y="454431"/>
                </a:lnTo>
                <a:lnTo>
                  <a:pt x="246951" y="455358"/>
                </a:lnTo>
                <a:lnTo>
                  <a:pt x="247548" y="455358"/>
                </a:lnTo>
                <a:lnTo>
                  <a:pt x="260032" y="455663"/>
                </a:lnTo>
                <a:lnTo>
                  <a:pt x="280098" y="455358"/>
                </a:lnTo>
                <a:lnTo>
                  <a:pt x="334048" y="450735"/>
                </a:lnTo>
                <a:lnTo>
                  <a:pt x="373951" y="444182"/>
                </a:lnTo>
                <a:lnTo>
                  <a:pt x="383120" y="442366"/>
                </a:lnTo>
                <a:lnTo>
                  <a:pt x="383120" y="400050"/>
                </a:lnTo>
                <a:lnTo>
                  <a:pt x="383120" y="313855"/>
                </a:lnTo>
                <a:lnTo>
                  <a:pt x="383120" y="269798"/>
                </a:lnTo>
                <a:lnTo>
                  <a:pt x="383120" y="258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034257" y="3966305"/>
            <a:ext cx="223520" cy="318135"/>
          </a:xfrm>
          <a:custGeom>
            <a:avLst/>
            <a:gdLst/>
            <a:ahLst/>
            <a:cxnLst/>
            <a:rect l="l" t="t" r="r" b="b"/>
            <a:pathLst>
              <a:path w="223520" h="318135">
                <a:moveTo>
                  <a:pt x="120837" y="0"/>
                </a:moveTo>
                <a:lnTo>
                  <a:pt x="73520" y="6003"/>
                </a:lnTo>
                <a:lnTo>
                  <a:pt x="37219" y="24056"/>
                </a:lnTo>
                <a:lnTo>
                  <a:pt x="8350" y="70023"/>
                </a:lnTo>
                <a:lnTo>
                  <a:pt x="6425" y="89731"/>
                </a:lnTo>
                <a:lnTo>
                  <a:pt x="6846" y="100048"/>
                </a:lnTo>
                <a:lnTo>
                  <a:pt x="21019" y="139657"/>
                </a:lnTo>
                <a:lnTo>
                  <a:pt x="51269" y="165329"/>
                </a:lnTo>
                <a:lnTo>
                  <a:pt x="108683" y="189844"/>
                </a:lnTo>
                <a:lnTo>
                  <a:pt x="121035" y="195306"/>
                </a:lnTo>
                <a:lnTo>
                  <a:pt x="151857" y="223282"/>
                </a:lnTo>
                <a:lnTo>
                  <a:pt x="152715" y="230489"/>
                </a:lnTo>
                <a:lnTo>
                  <a:pt x="151917" y="237990"/>
                </a:lnTo>
                <a:lnTo>
                  <a:pt x="112346" y="259594"/>
                </a:lnTo>
                <a:lnTo>
                  <a:pt x="99390" y="260014"/>
                </a:lnTo>
                <a:lnTo>
                  <a:pt x="99223" y="259889"/>
                </a:lnTo>
                <a:lnTo>
                  <a:pt x="85656" y="259526"/>
                </a:lnTo>
                <a:lnTo>
                  <a:pt x="39104" y="251149"/>
                </a:lnTo>
                <a:lnTo>
                  <a:pt x="12183" y="241910"/>
                </a:lnTo>
                <a:lnTo>
                  <a:pt x="0" y="300393"/>
                </a:lnTo>
                <a:lnTo>
                  <a:pt x="47391" y="314043"/>
                </a:lnTo>
                <a:lnTo>
                  <a:pt x="98639" y="317807"/>
                </a:lnTo>
                <a:lnTo>
                  <a:pt x="126822" y="316415"/>
                </a:lnTo>
                <a:lnTo>
                  <a:pt x="172830" y="305274"/>
                </a:lnTo>
                <a:lnTo>
                  <a:pt x="204767" y="283063"/>
                </a:lnTo>
                <a:lnTo>
                  <a:pt x="222898" y="229807"/>
                </a:lnTo>
                <a:lnTo>
                  <a:pt x="222569" y="220022"/>
                </a:lnTo>
                <a:lnTo>
                  <a:pt x="210954" y="181356"/>
                </a:lnTo>
                <a:lnTo>
                  <a:pt x="180781" y="153616"/>
                </a:lnTo>
                <a:lnTo>
                  <a:pt x="142097" y="135366"/>
                </a:lnTo>
                <a:lnTo>
                  <a:pt x="122824" y="128191"/>
                </a:lnTo>
                <a:lnTo>
                  <a:pt x="116143" y="125652"/>
                </a:lnTo>
                <a:lnTo>
                  <a:pt x="80447" y="103965"/>
                </a:lnTo>
                <a:lnTo>
                  <a:pt x="76107" y="86818"/>
                </a:lnTo>
                <a:lnTo>
                  <a:pt x="76936" y="79762"/>
                </a:lnTo>
                <a:lnTo>
                  <a:pt x="114020" y="57732"/>
                </a:lnTo>
                <a:lnTo>
                  <a:pt x="124258" y="57268"/>
                </a:lnTo>
                <a:lnTo>
                  <a:pt x="135790" y="57548"/>
                </a:lnTo>
                <a:lnTo>
                  <a:pt x="174675" y="63878"/>
                </a:lnTo>
                <a:lnTo>
                  <a:pt x="195693" y="71252"/>
                </a:lnTo>
                <a:lnTo>
                  <a:pt x="208377" y="14483"/>
                </a:lnTo>
                <a:lnTo>
                  <a:pt x="159564" y="2739"/>
                </a:lnTo>
                <a:lnTo>
                  <a:pt x="134027" y="299"/>
                </a:lnTo>
                <a:lnTo>
                  <a:pt x="1208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412125" y="3827378"/>
            <a:ext cx="273685" cy="457200"/>
          </a:xfrm>
          <a:custGeom>
            <a:avLst/>
            <a:gdLst/>
            <a:ahLst/>
            <a:cxnLst/>
            <a:rect l="l" t="t" r="r" b="b"/>
            <a:pathLst>
              <a:path w="273684" h="457200">
                <a:moveTo>
                  <a:pt x="135191" y="140091"/>
                </a:moveTo>
                <a:lnTo>
                  <a:pt x="119437" y="140795"/>
                </a:lnTo>
                <a:lnTo>
                  <a:pt x="103940" y="143006"/>
                </a:lnTo>
                <a:lnTo>
                  <a:pt x="104233" y="143006"/>
                </a:lnTo>
                <a:lnTo>
                  <a:pt x="90714" y="146447"/>
                </a:lnTo>
                <a:lnTo>
                  <a:pt x="54733" y="165105"/>
                </a:lnTo>
                <a:lnTo>
                  <a:pt x="27249" y="194484"/>
                </a:lnTo>
                <a:lnTo>
                  <a:pt x="9012" y="233569"/>
                </a:lnTo>
                <a:lnTo>
                  <a:pt x="563" y="281058"/>
                </a:lnTo>
                <a:lnTo>
                  <a:pt x="53" y="297081"/>
                </a:lnTo>
                <a:lnTo>
                  <a:pt x="0" y="298762"/>
                </a:lnTo>
                <a:lnTo>
                  <a:pt x="6055" y="349425"/>
                </a:lnTo>
                <a:lnTo>
                  <a:pt x="23737" y="391391"/>
                </a:lnTo>
                <a:lnTo>
                  <a:pt x="52103" y="423992"/>
                </a:lnTo>
                <a:lnTo>
                  <a:pt x="90043" y="445871"/>
                </a:lnTo>
                <a:lnTo>
                  <a:pt x="137278" y="456169"/>
                </a:lnTo>
                <a:lnTo>
                  <a:pt x="154468" y="456858"/>
                </a:lnTo>
                <a:lnTo>
                  <a:pt x="171678" y="456541"/>
                </a:lnTo>
                <a:lnTo>
                  <a:pt x="220978" y="451681"/>
                </a:lnTo>
                <a:lnTo>
                  <a:pt x="262346" y="443183"/>
                </a:lnTo>
                <a:lnTo>
                  <a:pt x="273469" y="440069"/>
                </a:lnTo>
                <a:lnTo>
                  <a:pt x="273469" y="396002"/>
                </a:lnTo>
                <a:lnTo>
                  <a:pt x="155052" y="396002"/>
                </a:lnTo>
                <a:lnTo>
                  <a:pt x="136685" y="394353"/>
                </a:lnTo>
                <a:lnTo>
                  <a:pt x="94133" y="369665"/>
                </a:lnTo>
                <a:lnTo>
                  <a:pt x="73467" y="318935"/>
                </a:lnTo>
                <a:lnTo>
                  <a:pt x="72106" y="297081"/>
                </a:lnTo>
                <a:lnTo>
                  <a:pt x="73199" y="275924"/>
                </a:lnTo>
                <a:lnTo>
                  <a:pt x="89793" y="226410"/>
                </a:lnTo>
                <a:lnTo>
                  <a:pt x="127921" y="201981"/>
                </a:lnTo>
                <a:lnTo>
                  <a:pt x="145789" y="200356"/>
                </a:lnTo>
                <a:lnTo>
                  <a:pt x="273469" y="200356"/>
                </a:lnTo>
                <a:lnTo>
                  <a:pt x="273469" y="156906"/>
                </a:lnTo>
                <a:lnTo>
                  <a:pt x="203203" y="156906"/>
                </a:lnTo>
                <a:lnTo>
                  <a:pt x="196788" y="153785"/>
                </a:lnTo>
                <a:lnTo>
                  <a:pt x="189809" y="150798"/>
                </a:lnTo>
                <a:lnTo>
                  <a:pt x="145927" y="140418"/>
                </a:lnTo>
                <a:lnTo>
                  <a:pt x="135191" y="140091"/>
                </a:lnTo>
                <a:close/>
              </a:path>
              <a:path w="273684" h="457200">
                <a:moveTo>
                  <a:pt x="273469" y="200356"/>
                </a:moveTo>
                <a:lnTo>
                  <a:pt x="145789" y="200356"/>
                </a:lnTo>
                <a:lnTo>
                  <a:pt x="154363" y="200700"/>
                </a:lnTo>
                <a:lnTo>
                  <a:pt x="162688" y="201730"/>
                </a:lnTo>
                <a:lnTo>
                  <a:pt x="203203" y="217670"/>
                </a:lnTo>
                <a:lnTo>
                  <a:pt x="203203" y="391391"/>
                </a:lnTo>
                <a:lnTo>
                  <a:pt x="198196" y="392573"/>
                </a:lnTo>
                <a:lnTo>
                  <a:pt x="160607" y="396002"/>
                </a:lnTo>
                <a:lnTo>
                  <a:pt x="273469" y="396002"/>
                </a:lnTo>
                <a:lnTo>
                  <a:pt x="273469" y="200356"/>
                </a:lnTo>
                <a:close/>
              </a:path>
              <a:path w="273684" h="457200">
                <a:moveTo>
                  <a:pt x="273469" y="0"/>
                </a:moveTo>
                <a:lnTo>
                  <a:pt x="203203" y="11570"/>
                </a:lnTo>
                <a:lnTo>
                  <a:pt x="203203" y="156906"/>
                </a:lnTo>
                <a:lnTo>
                  <a:pt x="273469" y="156906"/>
                </a:lnTo>
                <a:lnTo>
                  <a:pt x="2734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743676" y="3966388"/>
            <a:ext cx="274320" cy="318135"/>
          </a:xfrm>
          <a:custGeom>
            <a:avLst/>
            <a:gdLst/>
            <a:ahLst/>
            <a:cxnLst/>
            <a:rect l="l" t="t" r="r" b="b"/>
            <a:pathLst>
              <a:path w="274320" h="318135">
                <a:moveTo>
                  <a:pt x="141116" y="0"/>
                </a:moveTo>
                <a:lnTo>
                  <a:pt x="101708" y="5724"/>
                </a:lnTo>
                <a:lnTo>
                  <a:pt x="64747" y="22745"/>
                </a:lnTo>
                <a:lnTo>
                  <a:pt x="34171" y="50831"/>
                </a:lnTo>
                <a:lnTo>
                  <a:pt x="11933" y="90314"/>
                </a:lnTo>
                <a:lnTo>
                  <a:pt x="3146" y="121979"/>
                </a:lnTo>
                <a:lnTo>
                  <a:pt x="3044" y="122441"/>
                </a:lnTo>
                <a:lnTo>
                  <a:pt x="2962" y="122813"/>
                </a:lnTo>
                <a:lnTo>
                  <a:pt x="738" y="140945"/>
                </a:lnTo>
                <a:lnTo>
                  <a:pt x="71" y="158445"/>
                </a:lnTo>
                <a:lnTo>
                  <a:pt x="0" y="160318"/>
                </a:lnTo>
                <a:lnTo>
                  <a:pt x="569" y="176791"/>
                </a:lnTo>
                <a:lnTo>
                  <a:pt x="9263" y="223164"/>
                </a:lnTo>
                <a:lnTo>
                  <a:pt x="28755" y="261926"/>
                </a:lnTo>
                <a:lnTo>
                  <a:pt x="59490" y="291800"/>
                </a:lnTo>
                <a:lnTo>
                  <a:pt x="101931" y="311187"/>
                </a:lnTo>
                <a:lnTo>
                  <a:pt x="156137" y="317849"/>
                </a:lnTo>
                <a:lnTo>
                  <a:pt x="161390" y="317849"/>
                </a:lnTo>
                <a:lnTo>
                  <a:pt x="171659" y="317421"/>
                </a:lnTo>
                <a:lnTo>
                  <a:pt x="215053" y="311731"/>
                </a:lnTo>
                <a:lnTo>
                  <a:pt x="254276" y="299877"/>
                </a:lnTo>
                <a:lnTo>
                  <a:pt x="247354" y="257059"/>
                </a:lnTo>
                <a:lnTo>
                  <a:pt x="164899" y="257059"/>
                </a:lnTo>
                <a:lnTo>
                  <a:pt x="145832" y="255895"/>
                </a:lnTo>
                <a:lnTo>
                  <a:pt x="98472" y="237090"/>
                </a:lnTo>
                <a:lnTo>
                  <a:pt x="75295" y="197852"/>
                </a:lnTo>
                <a:lnTo>
                  <a:pt x="72602" y="180662"/>
                </a:lnTo>
                <a:lnTo>
                  <a:pt x="272802" y="180662"/>
                </a:lnTo>
                <a:lnTo>
                  <a:pt x="273190" y="177064"/>
                </a:lnTo>
                <a:lnTo>
                  <a:pt x="273553" y="172421"/>
                </a:lnTo>
                <a:lnTo>
                  <a:pt x="273986" y="160318"/>
                </a:lnTo>
                <a:lnTo>
                  <a:pt x="274053" y="154575"/>
                </a:lnTo>
                <a:lnTo>
                  <a:pt x="272498" y="129112"/>
                </a:lnTo>
                <a:lnTo>
                  <a:pt x="73176" y="129112"/>
                </a:lnTo>
                <a:lnTo>
                  <a:pt x="74177" y="122813"/>
                </a:lnTo>
                <a:lnTo>
                  <a:pt x="88635" y="85527"/>
                </a:lnTo>
                <a:lnTo>
                  <a:pt x="119637" y="61840"/>
                </a:lnTo>
                <a:lnTo>
                  <a:pt x="141700" y="58433"/>
                </a:lnTo>
                <a:lnTo>
                  <a:pt x="252749" y="58433"/>
                </a:lnTo>
                <a:lnTo>
                  <a:pt x="238921" y="38789"/>
                </a:lnTo>
                <a:lnTo>
                  <a:pt x="219660" y="21842"/>
                </a:lnTo>
                <a:lnTo>
                  <a:pt x="196934" y="9718"/>
                </a:lnTo>
                <a:lnTo>
                  <a:pt x="171171" y="2549"/>
                </a:lnTo>
                <a:lnTo>
                  <a:pt x="172176" y="2549"/>
                </a:lnTo>
                <a:lnTo>
                  <a:pt x="141116" y="0"/>
                </a:lnTo>
                <a:close/>
              </a:path>
              <a:path w="274320" h="318135">
                <a:moveTo>
                  <a:pt x="245012" y="242575"/>
                </a:moveTo>
                <a:lnTo>
                  <a:pt x="200774" y="254450"/>
                </a:lnTo>
                <a:lnTo>
                  <a:pt x="164899" y="257059"/>
                </a:lnTo>
                <a:lnTo>
                  <a:pt x="247354" y="257059"/>
                </a:lnTo>
                <a:lnTo>
                  <a:pt x="245012" y="242575"/>
                </a:lnTo>
                <a:close/>
              </a:path>
              <a:path w="274320" h="318135">
                <a:moveTo>
                  <a:pt x="252749" y="58433"/>
                </a:moveTo>
                <a:lnTo>
                  <a:pt x="141700" y="58433"/>
                </a:lnTo>
                <a:lnTo>
                  <a:pt x="149972" y="58809"/>
                </a:lnTo>
                <a:lnTo>
                  <a:pt x="149477" y="58809"/>
                </a:lnTo>
                <a:lnTo>
                  <a:pt x="187765" y="78994"/>
                </a:lnTo>
                <a:lnTo>
                  <a:pt x="202744" y="115004"/>
                </a:lnTo>
                <a:lnTo>
                  <a:pt x="203788" y="129112"/>
                </a:lnTo>
                <a:lnTo>
                  <a:pt x="272498" y="129112"/>
                </a:lnTo>
                <a:lnTo>
                  <a:pt x="271850" y="118492"/>
                </a:lnTo>
                <a:lnTo>
                  <a:pt x="265249" y="87161"/>
                </a:lnTo>
                <a:lnTo>
                  <a:pt x="254268" y="60591"/>
                </a:lnTo>
                <a:lnTo>
                  <a:pt x="252749" y="584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077481" y="3967553"/>
            <a:ext cx="416559" cy="309245"/>
          </a:xfrm>
          <a:custGeom>
            <a:avLst/>
            <a:gdLst/>
            <a:ahLst/>
            <a:cxnLst/>
            <a:rect l="l" t="t" r="r" b="b"/>
            <a:pathLst>
              <a:path w="416559" h="309245">
                <a:moveTo>
                  <a:pt x="299005" y="0"/>
                </a:moveTo>
                <a:lnTo>
                  <a:pt x="258114" y="6138"/>
                </a:lnTo>
                <a:lnTo>
                  <a:pt x="216889" y="23140"/>
                </a:lnTo>
                <a:lnTo>
                  <a:pt x="207209" y="29549"/>
                </a:lnTo>
                <a:lnTo>
                  <a:pt x="200139" y="23209"/>
                </a:lnTo>
                <a:lnTo>
                  <a:pt x="163145" y="4530"/>
                </a:lnTo>
                <a:lnTo>
                  <a:pt x="122506" y="0"/>
                </a:lnTo>
                <a:lnTo>
                  <a:pt x="104417" y="314"/>
                </a:lnTo>
                <a:lnTo>
                  <a:pt x="53075" y="5160"/>
                </a:lnTo>
                <a:lnTo>
                  <a:pt x="10921" y="13296"/>
                </a:lnTo>
                <a:lnTo>
                  <a:pt x="0" y="16148"/>
                </a:lnTo>
                <a:lnTo>
                  <a:pt x="0" y="309134"/>
                </a:lnTo>
                <a:lnTo>
                  <a:pt x="70182" y="309134"/>
                </a:lnTo>
                <a:lnTo>
                  <a:pt x="70182" y="64760"/>
                </a:lnTo>
                <a:lnTo>
                  <a:pt x="74772" y="64011"/>
                </a:lnTo>
                <a:lnTo>
                  <a:pt x="97851" y="61165"/>
                </a:lnTo>
                <a:lnTo>
                  <a:pt x="104376" y="60619"/>
                </a:lnTo>
                <a:lnTo>
                  <a:pt x="110619" y="60291"/>
                </a:lnTo>
                <a:lnTo>
                  <a:pt x="116581" y="60182"/>
                </a:lnTo>
                <a:lnTo>
                  <a:pt x="131593" y="61507"/>
                </a:lnTo>
                <a:lnTo>
                  <a:pt x="166221" y="93527"/>
                </a:lnTo>
                <a:lnTo>
                  <a:pt x="172911" y="149913"/>
                </a:lnTo>
                <a:lnTo>
                  <a:pt x="173077" y="149855"/>
                </a:lnTo>
                <a:lnTo>
                  <a:pt x="173077" y="309067"/>
                </a:lnTo>
                <a:lnTo>
                  <a:pt x="243343" y="309067"/>
                </a:lnTo>
                <a:lnTo>
                  <a:pt x="243343" y="141739"/>
                </a:lnTo>
                <a:lnTo>
                  <a:pt x="240493" y="98955"/>
                </a:lnTo>
                <a:lnTo>
                  <a:pt x="235165" y="76247"/>
                </a:lnTo>
                <a:lnTo>
                  <a:pt x="240256" y="72834"/>
                </a:lnTo>
                <a:lnTo>
                  <a:pt x="281452" y="60442"/>
                </a:lnTo>
                <a:lnTo>
                  <a:pt x="289742" y="60098"/>
                </a:lnTo>
                <a:lnTo>
                  <a:pt x="304921" y="61424"/>
                </a:lnTo>
                <a:lnTo>
                  <a:pt x="339475" y="93481"/>
                </a:lnTo>
                <a:lnTo>
                  <a:pt x="345989" y="149855"/>
                </a:lnTo>
                <a:lnTo>
                  <a:pt x="345989" y="309067"/>
                </a:lnTo>
                <a:lnTo>
                  <a:pt x="416254" y="309067"/>
                </a:lnTo>
                <a:lnTo>
                  <a:pt x="416254" y="138868"/>
                </a:lnTo>
                <a:lnTo>
                  <a:pt x="413473" y="95627"/>
                </a:lnTo>
                <a:lnTo>
                  <a:pt x="404321" y="58558"/>
                </a:lnTo>
                <a:lnTo>
                  <a:pt x="377794" y="22235"/>
                </a:lnTo>
                <a:lnTo>
                  <a:pt x="331301" y="2507"/>
                </a:lnTo>
                <a:lnTo>
                  <a:pt x="315936" y="625"/>
                </a:lnTo>
                <a:lnTo>
                  <a:pt x="299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543474" y="3966388"/>
            <a:ext cx="245745" cy="316865"/>
          </a:xfrm>
          <a:custGeom>
            <a:avLst/>
            <a:gdLst/>
            <a:ahLst/>
            <a:cxnLst/>
            <a:rect l="l" t="t" r="r" b="b"/>
            <a:pathLst>
              <a:path w="245745" h="316864">
                <a:moveTo>
                  <a:pt x="133772" y="124492"/>
                </a:moveTo>
                <a:lnTo>
                  <a:pt x="89690" y="127256"/>
                </a:lnTo>
                <a:lnTo>
                  <a:pt x="46765" y="140396"/>
                </a:lnTo>
                <a:lnTo>
                  <a:pt x="15704" y="166354"/>
                </a:lnTo>
                <a:lnTo>
                  <a:pt x="640" y="206074"/>
                </a:lnTo>
                <a:lnTo>
                  <a:pt x="0" y="218927"/>
                </a:lnTo>
                <a:lnTo>
                  <a:pt x="563" y="231999"/>
                </a:lnTo>
                <a:lnTo>
                  <a:pt x="13955" y="273499"/>
                </a:lnTo>
                <a:lnTo>
                  <a:pt x="42384" y="300156"/>
                </a:lnTo>
                <a:lnTo>
                  <a:pt x="84214" y="313803"/>
                </a:lnTo>
                <a:lnTo>
                  <a:pt x="97417" y="315500"/>
                </a:lnTo>
                <a:lnTo>
                  <a:pt x="109438" y="316420"/>
                </a:lnTo>
                <a:lnTo>
                  <a:pt x="110034" y="316420"/>
                </a:lnTo>
                <a:lnTo>
                  <a:pt x="122506" y="316725"/>
                </a:lnTo>
                <a:lnTo>
                  <a:pt x="142615" y="316420"/>
                </a:lnTo>
                <a:lnTo>
                  <a:pt x="196527" y="311797"/>
                </a:lnTo>
                <a:lnTo>
                  <a:pt x="236463" y="305255"/>
                </a:lnTo>
                <a:lnTo>
                  <a:pt x="245597" y="303432"/>
                </a:lnTo>
                <a:lnTo>
                  <a:pt x="245597" y="261113"/>
                </a:lnTo>
                <a:lnTo>
                  <a:pt x="128264" y="261113"/>
                </a:lnTo>
                <a:lnTo>
                  <a:pt x="115621" y="260517"/>
                </a:lnTo>
                <a:lnTo>
                  <a:pt x="79102" y="245831"/>
                </a:lnTo>
                <a:lnTo>
                  <a:pt x="70265" y="208622"/>
                </a:lnTo>
                <a:lnTo>
                  <a:pt x="72268" y="201572"/>
                </a:lnTo>
                <a:lnTo>
                  <a:pt x="104981" y="177732"/>
                </a:lnTo>
                <a:lnTo>
                  <a:pt x="127034" y="174919"/>
                </a:lnTo>
                <a:lnTo>
                  <a:pt x="245597" y="174919"/>
                </a:lnTo>
                <a:lnTo>
                  <a:pt x="245597" y="130860"/>
                </a:lnTo>
                <a:lnTo>
                  <a:pt x="177667" y="130860"/>
                </a:lnTo>
                <a:lnTo>
                  <a:pt x="170517" y="129253"/>
                </a:lnTo>
                <a:lnTo>
                  <a:pt x="163585" y="127899"/>
                </a:lnTo>
                <a:lnTo>
                  <a:pt x="156872" y="126791"/>
                </a:lnTo>
                <a:lnTo>
                  <a:pt x="150379" y="125924"/>
                </a:lnTo>
                <a:lnTo>
                  <a:pt x="141867" y="124992"/>
                </a:lnTo>
                <a:lnTo>
                  <a:pt x="133772" y="124492"/>
                </a:lnTo>
                <a:close/>
              </a:path>
              <a:path w="245745" h="316864">
                <a:moveTo>
                  <a:pt x="245597" y="174919"/>
                </a:moveTo>
                <a:lnTo>
                  <a:pt x="147241" y="174919"/>
                </a:lnTo>
                <a:lnTo>
                  <a:pt x="153550" y="175360"/>
                </a:lnTo>
                <a:lnTo>
                  <a:pt x="168237" y="177732"/>
                </a:lnTo>
                <a:lnTo>
                  <a:pt x="173829" y="178856"/>
                </a:lnTo>
                <a:lnTo>
                  <a:pt x="177751" y="180038"/>
                </a:lnTo>
                <a:lnTo>
                  <a:pt x="177751" y="257617"/>
                </a:lnTo>
                <a:lnTo>
                  <a:pt x="168330" y="259139"/>
                </a:lnTo>
                <a:lnTo>
                  <a:pt x="156961" y="260233"/>
                </a:lnTo>
                <a:lnTo>
                  <a:pt x="143636" y="260892"/>
                </a:lnTo>
                <a:lnTo>
                  <a:pt x="128348" y="261113"/>
                </a:lnTo>
                <a:lnTo>
                  <a:pt x="245597" y="261113"/>
                </a:lnTo>
                <a:lnTo>
                  <a:pt x="245597" y="174919"/>
                </a:lnTo>
                <a:close/>
              </a:path>
              <a:path w="245745" h="316864">
                <a:moveTo>
                  <a:pt x="235452" y="59016"/>
                </a:moveTo>
                <a:lnTo>
                  <a:pt x="115580" y="59016"/>
                </a:lnTo>
                <a:lnTo>
                  <a:pt x="124204" y="59311"/>
                </a:lnTo>
                <a:lnTo>
                  <a:pt x="132163" y="60213"/>
                </a:lnTo>
                <a:lnTo>
                  <a:pt x="169502" y="82348"/>
                </a:lnTo>
                <a:lnTo>
                  <a:pt x="177667" y="130860"/>
                </a:lnTo>
                <a:lnTo>
                  <a:pt x="245597" y="130860"/>
                </a:lnTo>
                <a:lnTo>
                  <a:pt x="245597" y="119872"/>
                </a:lnTo>
                <a:lnTo>
                  <a:pt x="245345" y="111124"/>
                </a:lnTo>
                <a:lnTo>
                  <a:pt x="245221" y="106800"/>
                </a:lnTo>
                <a:lnTo>
                  <a:pt x="236008" y="60213"/>
                </a:lnTo>
                <a:lnTo>
                  <a:pt x="235452" y="59016"/>
                </a:lnTo>
                <a:close/>
              </a:path>
              <a:path w="245745" h="316864">
                <a:moveTo>
                  <a:pt x="122506" y="0"/>
                </a:moveTo>
                <a:lnTo>
                  <a:pt x="80999" y="2633"/>
                </a:lnTo>
                <a:lnTo>
                  <a:pt x="36538" y="11591"/>
                </a:lnTo>
                <a:lnTo>
                  <a:pt x="29124" y="13900"/>
                </a:lnTo>
                <a:lnTo>
                  <a:pt x="37803" y="70670"/>
                </a:lnTo>
                <a:lnTo>
                  <a:pt x="44658" y="68388"/>
                </a:lnTo>
                <a:lnTo>
                  <a:pt x="52459" y="66279"/>
                </a:lnTo>
                <a:lnTo>
                  <a:pt x="92224" y="59890"/>
                </a:lnTo>
                <a:lnTo>
                  <a:pt x="102303" y="59311"/>
                </a:lnTo>
                <a:lnTo>
                  <a:pt x="99446" y="59311"/>
                </a:lnTo>
                <a:lnTo>
                  <a:pt x="115580" y="59016"/>
                </a:lnTo>
                <a:lnTo>
                  <a:pt x="235452" y="59016"/>
                </a:lnTo>
                <a:lnTo>
                  <a:pt x="231410" y="50318"/>
                </a:lnTo>
                <a:lnTo>
                  <a:pt x="202577" y="19093"/>
                </a:lnTo>
                <a:lnTo>
                  <a:pt x="154624" y="2143"/>
                </a:lnTo>
                <a:lnTo>
                  <a:pt x="139265" y="533"/>
                </a:lnTo>
                <a:lnTo>
                  <a:pt x="1225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860505" y="3967553"/>
            <a:ext cx="254000" cy="309245"/>
          </a:xfrm>
          <a:custGeom>
            <a:avLst/>
            <a:gdLst/>
            <a:ahLst/>
            <a:cxnLst/>
            <a:rect l="l" t="t" r="r" b="b"/>
            <a:pathLst>
              <a:path w="254000" h="309245">
                <a:moveTo>
                  <a:pt x="124759" y="0"/>
                </a:moveTo>
                <a:lnTo>
                  <a:pt x="69486" y="2879"/>
                </a:lnTo>
                <a:lnTo>
                  <a:pt x="23345" y="10498"/>
                </a:lnTo>
                <a:lnTo>
                  <a:pt x="0" y="16148"/>
                </a:lnTo>
                <a:lnTo>
                  <a:pt x="0" y="309134"/>
                </a:lnTo>
                <a:lnTo>
                  <a:pt x="70182" y="309134"/>
                </a:lnTo>
                <a:lnTo>
                  <a:pt x="70182" y="64760"/>
                </a:lnTo>
                <a:lnTo>
                  <a:pt x="74855" y="64011"/>
                </a:lnTo>
                <a:lnTo>
                  <a:pt x="98812" y="61165"/>
                </a:lnTo>
                <a:lnTo>
                  <a:pt x="105847" y="60619"/>
                </a:lnTo>
                <a:lnTo>
                  <a:pt x="112741" y="60291"/>
                </a:lnTo>
                <a:lnTo>
                  <a:pt x="119502" y="60182"/>
                </a:lnTo>
                <a:lnTo>
                  <a:pt x="128157" y="60481"/>
                </a:lnTo>
                <a:lnTo>
                  <a:pt x="164899" y="73583"/>
                </a:lnTo>
                <a:lnTo>
                  <a:pt x="181546" y="117443"/>
                </a:lnTo>
                <a:lnTo>
                  <a:pt x="183342" y="309067"/>
                </a:lnTo>
                <a:lnTo>
                  <a:pt x="253608" y="309067"/>
                </a:lnTo>
                <a:lnTo>
                  <a:pt x="253608" y="138868"/>
                </a:lnTo>
                <a:lnTo>
                  <a:pt x="250193" y="95627"/>
                </a:lnTo>
                <a:lnTo>
                  <a:pt x="239244" y="58558"/>
                </a:lnTo>
                <a:lnTo>
                  <a:pt x="209327" y="22235"/>
                </a:lnTo>
                <a:lnTo>
                  <a:pt x="173660" y="5653"/>
                </a:lnTo>
                <a:lnTo>
                  <a:pt x="142583" y="625"/>
                </a:lnTo>
                <a:lnTo>
                  <a:pt x="1247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168607" y="3827378"/>
            <a:ext cx="273685" cy="457200"/>
          </a:xfrm>
          <a:custGeom>
            <a:avLst/>
            <a:gdLst/>
            <a:ahLst/>
            <a:cxnLst/>
            <a:rect l="l" t="t" r="r" b="b"/>
            <a:pathLst>
              <a:path w="273684" h="457200">
                <a:moveTo>
                  <a:pt x="135191" y="140091"/>
                </a:moveTo>
                <a:lnTo>
                  <a:pt x="119437" y="140795"/>
                </a:lnTo>
                <a:lnTo>
                  <a:pt x="103940" y="143006"/>
                </a:lnTo>
                <a:lnTo>
                  <a:pt x="104233" y="143006"/>
                </a:lnTo>
                <a:lnTo>
                  <a:pt x="90714" y="146447"/>
                </a:lnTo>
                <a:lnTo>
                  <a:pt x="54702" y="165105"/>
                </a:lnTo>
                <a:lnTo>
                  <a:pt x="27249" y="194484"/>
                </a:lnTo>
                <a:lnTo>
                  <a:pt x="9012" y="233569"/>
                </a:lnTo>
                <a:lnTo>
                  <a:pt x="563" y="281058"/>
                </a:lnTo>
                <a:lnTo>
                  <a:pt x="53" y="297081"/>
                </a:lnTo>
                <a:lnTo>
                  <a:pt x="0" y="298762"/>
                </a:lnTo>
                <a:lnTo>
                  <a:pt x="6055" y="349425"/>
                </a:lnTo>
                <a:lnTo>
                  <a:pt x="23737" y="391391"/>
                </a:lnTo>
                <a:lnTo>
                  <a:pt x="52103" y="423992"/>
                </a:lnTo>
                <a:lnTo>
                  <a:pt x="90043" y="445871"/>
                </a:lnTo>
                <a:lnTo>
                  <a:pt x="137278" y="456169"/>
                </a:lnTo>
                <a:lnTo>
                  <a:pt x="154468" y="456858"/>
                </a:lnTo>
                <a:lnTo>
                  <a:pt x="171677" y="456541"/>
                </a:lnTo>
                <a:lnTo>
                  <a:pt x="220895" y="451681"/>
                </a:lnTo>
                <a:lnTo>
                  <a:pt x="262344" y="443183"/>
                </a:lnTo>
                <a:lnTo>
                  <a:pt x="273469" y="440069"/>
                </a:lnTo>
                <a:lnTo>
                  <a:pt x="273469" y="396002"/>
                </a:lnTo>
                <a:lnTo>
                  <a:pt x="155052" y="396002"/>
                </a:lnTo>
                <a:lnTo>
                  <a:pt x="136685" y="394353"/>
                </a:lnTo>
                <a:lnTo>
                  <a:pt x="94133" y="369665"/>
                </a:lnTo>
                <a:lnTo>
                  <a:pt x="73467" y="318935"/>
                </a:lnTo>
                <a:lnTo>
                  <a:pt x="72210" y="298762"/>
                </a:lnTo>
                <a:lnTo>
                  <a:pt x="72106" y="297081"/>
                </a:lnTo>
                <a:lnTo>
                  <a:pt x="76503" y="257104"/>
                </a:lnTo>
                <a:lnTo>
                  <a:pt x="99915" y="215000"/>
                </a:lnTo>
                <a:lnTo>
                  <a:pt x="145789" y="200356"/>
                </a:lnTo>
                <a:lnTo>
                  <a:pt x="273469" y="200356"/>
                </a:lnTo>
                <a:lnTo>
                  <a:pt x="273469" y="156906"/>
                </a:lnTo>
                <a:lnTo>
                  <a:pt x="203203" y="156906"/>
                </a:lnTo>
                <a:lnTo>
                  <a:pt x="196788" y="153785"/>
                </a:lnTo>
                <a:lnTo>
                  <a:pt x="189809" y="150798"/>
                </a:lnTo>
                <a:lnTo>
                  <a:pt x="145892" y="140418"/>
                </a:lnTo>
                <a:lnTo>
                  <a:pt x="135191" y="140091"/>
                </a:lnTo>
                <a:close/>
              </a:path>
              <a:path w="273684" h="457200">
                <a:moveTo>
                  <a:pt x="273469" y="200356"/>
                </a:moveTo>
                <a:lnTo>
                  <a:pt x="145789" y="200356"/>
                </a:lnTo>
                <a:lnTo>
                  <a:pt x="154363" y="200700"/>
                </a:lnTo>
                <a:lnTo>
                  <a:pt x="162688" y="201730"/>
                </a:lnTo>
                <a:lnTo>
                  <a:pt x="203203" y="217670"/>
                </a:lnTo>
                <a:lnTo>
                  <a:pt x="203203" y="391391"/>
                </a:lnTo>
                <a:lnTo>
                  <a:pt x="198196" y="392573"/>
                </a:lnTo>
                <a:lnTo>
                  <a:pt x="160607" y="396002"/>
                </a:lnTo>
                <a:lnTo>
                  <a:pt x="273469" y="396002"/>
                </a:lnTo>
                <a:lnTo>
                  <a:pt x="273469" y="200356"/>
                </a:lnTo>
                <a:close/>
              </a:path>
              <a:path w="273684" h="457200">
                <a:moveTo>
                  <a:pt x="273469" y="0"/>
                </a:moveTo>
                <a:lnTo>
                  <a:pt x="203203" y="11570"/>
                </a:lnTo>
                <a:lnTo>
                  <a:pt x="203203" y="156906"/>
                </a:lnTo>
                <a:lnTo>
                  <a:pt x="273469" y="156906"/>
                </a:lnTo>
                <a:lnTo>
                  <a:pt x="2734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495486" y="3966388"/>
            <a:ext cx="245745" cy="316865"/>
          </a:xfrm>
          <a:custGeom>
            <a:avLst/>
            <a:gdLst/>
            <a:ahLst/>
            <a:cxnLst/>
            <a:rect l="l" t="t" r="r" b="b"/>
            <a:pathLst>
              <a:path w="245745" h="316864">
                <a:moveTo>
                  <a:pt x="133688" y="124492"/>
                </a:moveTo>
                <a:lnTo>
                  <a:pt x="89689" y="127256"/>
                </a:lnTo>
                <a:lnTo>
                  <a:pt x="46765" y="140396"/>
                </a:lnTo>
                <a:lnTo>
                  <a:pt x="15634" y="166354"/>
                </a:lnTo>
                <a:lnTo>
                  <a:pt x="627" y="206074"/>
                </a:lnTo>
                <a:lnTo>
                  <a:pt x="0" y="218927"/>
                </a:lnTo>
                <a:lnTo>
                  <a:pt x="563" y="231999"/>
                </a:lnTo>
                <a:lnTo>
                  <a:pt x="13955" y="273499"/>
                </a:lnTo>
                <a:lnTo>
                  <a:pt x="42384" y="300156"/>
                </a:lnTo>
                <a:lnTo>
                  <a:pt x="84178" y="313803"/>
                </a:lnTo>
                <a:lnTo>
                  <a:pt x="97387" y="315500"/>
                </a:lnTo>
                <a:lnTo>
                  <a:pt x="109427" y="316420"/>
                </a:lnTo>
                <a:lnTo>
                  <a:pt x="110024" y="316420"/>
                </a:lnTo>
                <a:lnTo>
                  <a:pt x="122506" y="316725"/>
                </a:lnTo>
                <a:lnTo>
                  <a:pt x="142580" y="316420"/>
                </a:lnTo>
                <a:lnTo>
                  <a:pt x="196527" y="311797"/>
                </a:lnTo>
                <a:lnTo>
                  <a:pt x="236427" y="305255"/>
                </a:lnTo>
                <a:lnTo>
                  <a:pt x="245597" y="303432"/>
                </a:lnTo>
                <a:lnTo>
                  <a:pt x="245597" y="261113"/>
                </a:lnTo>
                <a:lnTo>
                  <a:pt x="128264" y="261113"/>
                </a:lnTo>
                <a:lnTo>
                  <a:pt x="115620" y="260517"/>
                </a:lnTo>
                <a:lnTo>
                  <a:pt x="79032" y="245831"/>
                </a:lnTo>
                <a:lnTo>
                  <a:pt x="70265" y="208622"/>
                </a:lnTo>
                <a:lnTo>
                  <a:pt x="72185" y="201572"/>
                </a:lnTo>
                <a:lnTo>
                  <a:pt x="76107" y="195953"/>
                </a:lnTo>
                <a:lnTo>
                  <a:pt x="79946" y="190334"/>
                </a:lnTo>
                <a:lnTo>
                  <a:pt x="120920" y="175360"/>
                </a:lnTo>
                <a:lnTo>
                  <a:pt x="126969" y="174919"/>
                </a:lnTo>
                <a:lnTo>
                  <a:pt x="245597" y="174919"/>
                </a:lnTo>
                <a:lnTo>
                  <a:pt x="245597" y="130860"/>
                </a:lnTo>
                <a:lnTo>
                  <a:pt x="177667" y="130860"/>
                </a:lnTo>
                <a:lnTo>
                  <a:pt x="170481" y="129253"/>
                </a:lnTo>
                <a:lnTo>
                  <a:pt x="163554" y="127899"/>
                </a:lnTo>
                <a:lnTo>
                  <a:pt x="156861" y="126791"/>
                </a:lnTo>
                <a:lnTo>
                  <a:pt x="150379" y="125924"/>
                </a:lnTo>
                <a:lnTo>
                  <a:pt x="141867" y="124992"/>
                </a:lnTo>
                <a:lnTo>
                  <a:pt x="133688" y="124492"/>
                </a:lnTo>
                <a:close/>
              </a:path>
              <a:path w="245745" h="316864">
                <a:moveTo>
                  <a:pt x="245597" y="174919"/>
                </a:moveTo>
                <a:lnTo>
                  <a:pt x="147157" y="174919"/>
                </a:lnTo>
                <a:lnTo>
                  <a:pt x="153466" y="175360"/>
                </a:lnTo>
                <a:lnTo>
                  <a:pt x="168154" y="177732"/>
                </a:lnTo>
                <a:lnTo>
                  <a:pt x="173829" y="178856"/>
                </a:lnTo>
                <a:lnTo>
                  <a:pt x="177667" y="180038"/>
                </a:lnTo>
                <a:lnTo>
                  <a:pt x="177667" y="257617"/>
                </a:lnTo>
                <a:lnTo>
                  <a:pt x="168248" y="259139"/>
                </a:lnTo>
                <a:lnTo>
                  <a:pt x="156888" y="260233"/>
                </a:lnTo>
                <a:lnTo>
                  <a:pt x="143588" y="260892"/>
                </a:lnTo>
                <a:lnTo>
                  <a:pt x="128348" y="261113"/>
                </a:lnTo>
                <a:lnTo>
                  <a:pt x="245597" y="261113"/>
                </a:lnTo>
                <a:lnTo>
                  <a:pt x="245597" y="174919"/>
                </a:lnTo>
                <a:close/>
              </a:path>
              <a:path w="245745" h="316864">
                <a:moveTo>
                  <a:pt x="235382" y="59016"/>
                </a:moveTo>
                <a:lnTo>
                  <a:pt x="115580" y="59016"/>
                </a:lnTo>
                <a:lnTo>
                  <a:pt x="124202" y="59311"/>
                </a:lnTo>
                <a:lnTo>
                  <a:pt x="132152" y="60213"/>
                </a:lnTo>
                <a:lnTo>
                  <a:pt x="169419" y="82348"/>
                </a:lnTo>
                <a:lnTo>
                  <a:pt x="177667" y="130860"/>
                </a:lnTo>
                <a:lnTo>
                  <a:pt x="245597" y="130860"/>
                </a:lnTo>
                <a:lnTo>
                  <a:pt x="245597" y="119872"/>
                </a:lnTo>
                <a:lnTo>
                  <a:pt x="245344" y="111124"/>
                </a:lnTo>
                <a:lnTo>
                  <a:pt x="245220" y="106800"/>
                </a:lnTo>
                <a:lnTo>
                  <a:pt x="235936" y="60213"/>
                </a:lnTo>
                <a:lnTo>
                  <a:pt x="235382" y="59016"/>
                </a:lnTo>
                <a:close/>
              </a:path>
              <a:path w="245745" h="316864">
                <a:moveTo>
                  <a:pt x="122506" y="0"/>
                </a:moveTo>
                <a:lnTo>
                  <a:pt x="80999" y="2633"/>
                </a:lnTo>
                <a:lnTo>
                  <a:pt x="36526" y="11591"/>
                </a:lnTo>
                <a:lnTo>
                  <a:pt x="29124" y="13900"/>
                </a:lnTo>
                <a:lnTo>
                  <a:pt x="37803" y="70670"/>
                </a:lnTo>
                <a:lnTo>
                  <a:pt x="44656" y="68388"/>
                </a:lnTo>
                <a:lnTo>
                  <a:pt x="52449" y="66279"/>
                </a:lnTo>
                <a:lnTo>
                  <a:pt x="92182" y="59890"/>
                </a:lnTo>
                <a:lnTo>
                  <a:pt x="102287" y="59311"/>
                </a:lnTo>
                <a:lnTo>
                  <a:pt x="99429" y="59311"/>
                </a:lnTo>
                <a:lnTo>
                  <a:pt x="115580" y="59016"/>
                </a:lnTo>
                <a:lnTo>
                  <a:pt x="235382" y="59016"/>
                </a:lnTo>
                <a:lnTo>
                  <a:pt x="231358" y="50318"/>
                </a:lnTo>
                <a:lnTo>
                  <a:pt x="202567" y="19093"/>
                </a:lnTo>
                <a:lnTo>
                  <a:pt x="154562" y="2143"/>
                </a:lnTo>
                <a:lnTo>
                  <a:pt x="139218" y="533"/>
                </a:lnTo>
                <a:lnTo>
                  <a:pt x="1225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789151" y="3966305"/>
            <a:ext cx="223520" cy="318135"/>
          </a:xfrm>
          <a:custGeom>
            <a:avLst/>
            <a:gdLst/>
            <a:ahLst/>
            <a:cxnLst/>
            <a:rect l="l" t="t" r="r" b="b"/>
            <a:pathLst>
              <a:path w="223520" h="318135">
                <a:moveTo>
                  <a:pt x="120837" y="0"/>
                </a:moveTo>
                <a:lnTo>
                  <a:pt x="73520" y="6003"/>
                </a:lnTo>
                <a:lnTo>
                  <a:pt x="37219" y="24056"/>
                </a:lnTo>
                <a:lnTo>
                  <a:pt x="8350" y="70023"/>
                </a:lnTo>
                <a:lnTo>
                  <a:pt x="6425" y="89731"/>
                </a:lnTo>
                <a:lnTo>
                  <a:pt x="6846" y="100048"/>
                </a:lnTo>
                <a:lnTo>
                  <a:pt x="20987" y="139657"/>
                </a:lnTo>
                <a:lnTo>
                  <a:pt x="51269" y="165329"/>
                </a:lnTo>
                <a:lnTo>
                  <a:pt x="108648" y="189844"/>
                </a:lnTo>
                <a:lnTo>
                  <a:pt x="121025" y="195306"/>
                </a:lnTo>
                <a:lnTo>
                  <a:pt x="151857" y="223282"/>
                </a:lnTo>
                <a:lnTo>
                  <a:pt x="152715" y="230489"/>
                </a:lnTo>
                <a:lnTo>
                  <a:pt x="151917" y="237990"/>
                </a:lnTo>
                <a:lnTo>
                  <a:pt x="112311" y="259594"/>
                </a:lnTo>
                <a:lnTo>
                  <a:pt x="99307" y="260014"/>
                </a:lnTo>
                <a:lnTo>
                  <a:pt x="85656" y="259526"/>
                </a:lnTo>
                <a:lnTo>
                  <a:pt x="39069" y="251149"/>
                </a:lnTo>
                <a:lnTo>
                  <a:pt x="12183" y="241910"/>
                </a:lnTo>
                <a:lnTo>
                  <a:pt x="0" y="300393"/>
                </a:lnTo>
                <a:lnTo>
                  <a:pt x="47391" y="314043"/>
                </a:lnTo>
                <a:lnTo>
                  <a:pt x="98639" y="317807"/>
                </a:lnTo>
                <a:lnTo>
                  <a:pt x="126821" y="316415"/>
                </a:lnTo>
                <a:lnTo>
                  <a:pt x="172795" y="305274"/>
                </a:lnTo>
                <a:lnTo>
                  <a:pt x="204732" y="283063"/>
                </a:lnTo>
                <a:lnTo>
                  <a:pt x="222898" y="229807"/>
                </a:lnTo>
                <a:lnTo>
                  <a:pt x="222569" y="220022"/>
                </a:lnTo>
                <a:lnTo>
                  <a:pt x="210943" y="181356"/>
                </a:lnTo>
                <a:lnTo>
                  <a:pt x="180768" y="153616"/>
                </a:lnTo>
                <a:lnTo>
                  <a:pt x="142097" y="135366"/>
                </a:lnTo>
                <a:lnTo>
                  <a:pt x="122824" y="128191"/>
                </a:lnTo>
                <a:lnTo>
                  <a:pt x="116143" y="125652"/>
                </a:lnTo>
                <a:lnTo>
                  <a:pt x="80447" y="103965"/>
                </a:lnTo>
                <a:lnTo>
                  <a:pt x="76107" y="86818"/>
                </a:lnTo>
                <a:lnTo>
                  <a:pt x="76936" y="79762"/>
                </a:lnTo>
                <a:lnTo>
                  <a:pt x="114008" y="57732"/>
                </a:lnTo>
                <a:lnTo>
                  <a:pt x="124258" y="57268"/>
                </a:lnTo>
                <a:lnTo>
                  <a:pt x="135790" y="57548"/>
                </a:lnTo>
                <a:lnTo>
                  <a:pt x="174662" y="63878"/>
                </a:lnTo>
                <a:lnTo>
                  <a:pt x="195609" y="71252"/>
                </a:lnTo>
                <a:lnTo>
                  <a:pt x="208377" y="14483"/>
                </a:lnTo>
                <a:lnTo>
                  <a:pt x="159528" y="2739"/>
                </a:lnTo>
                <a:lnTo>
                  <a:pt x="134026" y="299"/>
                </a:lnTo>
                <a:lnTo>
                  <a:pt x="1208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9167018" y="3827378"/>
            <a:ext cx="273685" cy="457200"/>
          </a:xfrm>
          <a:custGeom>
            <a:avLst/>
            <a:gdLst/>
            <a:ahLst/>
            <a:cxnLst/>
            <a:rect l="l" t="t" r="r" b="b"/>
            <a:pathLst>
              <a:path w="273684" h="457200">
                <a:moveTo>
                  <a:pt x="135191" y="140091"/>
                </a:moveTo>
                <a:lnTo>
                  <a:pt x="119437" y="140795"/>
                </a:lnTo>
                <a:lnTo>
                  <a:pt x="103940" y="143006"/>
                </a:lnTo>
                <a:lnTo>
                  <a:pt x="104233" y="143006"/>
                </a:lnTo>
                <a:lnTo>
                  <a:pt x="90714" y="146447"/>
                </a:lnTo>
                <a:lnTo>
                  <a:pt x="54702" y="165105"/>
                </a:lnTo>
                <a:lnTo>
                  <a:pt x="27249" y="194484"/>
                </a:lnTo>
                <a:lnTo>
                  <a:pt x="9012" y="233569"/>
                </a:lnTo>
                <a:lnTo>
                  <a:pt x="563" y="281058"/>
                </a:lnTo>
                <a:lnTo>
                  <a:pt x="53" y="297081"/>
                </a:lnTo>
                <a:lnTo>
                  <a:pt x="0" y="298762"/>
                </a:lnTo>
                <a:lnTo>
                  <a:pt x="6055" y="349425"/>
                </a:lnTo>
                <a:lnTo>
                  <a:pt x="23737" y="391391"/>
                </a:lnTo>
                <a:lnTo>
                  <a:pt x="23846" y="391589"/>
                </a:lnTo>
                <a:lnTo>
                  <a:pt x="52103" y="423992"/>
                </a:lnTo>
                <a:lnTo>
                  <a:pt x="90043" y="445871"/>
                </a:lnTo>
                <a:lnTo>
                  <a:pt x="137278" y="456169"/>
                </a:lnTo>
                <a:lnTo>
                  <a:pt x="154468" y="456858"/>
                </a:lnTo>
                <a:lnTo>
                  <a:pt x="171677" y="456541"/>
                </a:lnTo>
                <a:lnTo>
                  <a:pt x="220895" y="451681"/>
                </a:lnTo>
                <a:lnTo>
                  <a:pt x="262344" y="443183"/>
                </a:lnTo>
                <a:lnTo>
                  <a:pt x="273469" y="440069"/>
                </a:lnTo>
                <a:lnTo>
                  <a:pt x="273469" y="396002"/>
                </a:lnTo>
                <a:lnTo>
                  <a:pt x="155052" y="396002"/>
                </a:lnTo>
                <a:lnTo>
                  <a:pt x="136650" y="394353"/>
                </a:lnTo>
                <a:lnTo>
                  <a:pt x="94133" y="369665"/>
                </a:lnTo>
                <a:lnTo>
                  <a:pt x="73467" y="318935"/>
                </a:lnTo>
                <a:lnTo>
                  <a:pt x="72106" y="297081"/>
                </a:lnTo>
                <a:lnTo>
                  <a:pt x="73199" y="275924"/>
                </a:lnTo>
                <a:lnTo>
                  <a:pt x="89793" y="226410"/>
                </a:lnTo>
                <a:lnTo>
                  <a:pt x="127921" y="201981"/>
                </a:lnTo>
                <a:lnTo>
                  <a:pt x="145789" y="200356"/>
                </a:lnTo>
                <a:lnTo>
                  <a:pt x="273469" y="200356"/>
                </a:lnTo>
                <a:lnTo>
                  <a:pt x="273469" y="156906"/>
                </a:lnTo>
                <a:lnTo>
                  <a:pt x="203203" y="156906"/>
                </a:lnTo>
                <a:lnTo>
                  <a:pt x="196788" y="153785"/>
                </a:lnTo>
                <a:lnTo>
                  <a:pt x="189809" y="150798"/>
                </a:lnTo>
                <a:lnTo>
                  <a:pt x="145892" y="140418"/>
                </a:lnTo>
                <a:lnTo>
                  <a:pt x="135191" y="140091"/>
                </a:lnTo>
                <a:close/>
              </a:path>
              <a:path w="273684" h="457200">
                <a:moveTo>
                  <a:pt x="273469" y="200356"/>
                </a:moveTo>
                <a:lnTo>
                  <a:pt x="145789" y="200356"/>
                </a:lnTo>
                <a:lnTo>
                  <a:pt x="154363" y="200700"/>
                </a:lnTo>
                <a:lnTo>
                  <a:pt x="162688" y="201730"/>
                </a:lnTo>
                <a:lnTo>
                  <a:pt x="203203" y="217670"/>
                </a:lnTo>
                <a:lnTo>
                  <a:pt x="203203" y="391391"/>
                </a:lnTo>
                <a:lnTo>
                  <a:pt x="198196" y="392573"/>
                </a:lnTo>
                <a:lnTo>
                  <a:pt x="160607" y="396002"/>
                </a:lnTo>
                <a:lnTo>
                  <a:pt x="273469" y="396002"/>
                </a:lnTo>
                <a:lnTo>
                  <a:pt x="273469" y="200356"/>
                </a:lnTo>
                <a:close/>
              </a:path>
              <a:path w="273684" h="457200">
                <a:moveTo>
                  <a:pt x="273469" y="0"/>
                </a:moveTo>
                <a:lnTo>
                  <a:pt x="203203" y="11570"/>
                </a:lnTo>
                <a:lnTo>
                  <a:pt x="203203" y="156906"/>
                </a:lnTo>
                <a:lnTo>
                  <a:pt x="273469" y="156906"/>
                </a:lnTo>
                <a:lnTo>
                  <a:pt x="2734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498486" y="3966388"/>
            <a:ext cx="274320" cy="318135"/>
          </a:xfrm>
          <a:custGeom>
            <a:avLst/>
            <a:gdLst/>
            <a:ahLst/>
            <a:cxnLst/>
            <a:rect l="l" t="t" r="r" b="b"/>
            <a:pathLst>
              <a:path w="274320" h="318135">
                <a:moveTo>
                  <a:pt x="141116" y="0"/>
                </a:moveTo>
                <a:lnTo>
                  <a:pt x="101720" y="5724"/>
                </a:lnTo>
                <a:lnTo>
                  <a:pt x="64747" y="22745"/>
                </a:lnTo>
                <a:lnTo>
                  <a:pt x="34171" y="50831"/>
                </a:lnTo>
                <a:lnTo>
                  <a:pt x="18441" y="75759"/>
                </a:lnTo>
                <a:lnTo>
                  <a:pt x="18365" y="75894"/>
                </a:lnTo>
                <a:lnTo>
                  <a:pt x="11933" y="90314"/>
                </a:lnTo>
                <a:lnTo>
                  <a:pt x="6724" y="105932"/>
                </a:lnTo>
                <a:lnTo>
                  <a:pt x="3178" y="121979"/>
                </a:lnTo>
                <a:lnTo>
                  <a:pt x="3075" y="122441"/>
                </a:lnTo>
                <a:lnTo>
                  <a:pt x="2993" y="122813"/>
                </a:lnTo>
                <a:lnTo>
                  <a:pt x="749" y="140945"/>
                </a:lnTo>
                <a:lnTo>
                  <a:pt x="72" y="158445"/>
                </a:lnTo>
                <a:lnTo>
                  <a:pt x="0" y="160318"/>
                </a:lnTo>
                <a:lnTo>
                  <a:pt x="569" y="176791"/>
                </a:lnTo>
                <a:lnTo>
                  <a:pt x="578" y="177064"/>
                </a:lnTo>
                <a:lnTo>
                  <a:pt x="9263" y="223164"/>
                </a:lnTo>
                <a:lnTo>
                  <a:pt x="28837" y="261926"/>
                </a:lnTo>
                <a:lnTo>
                  <a:pt x="59511" y="291800"/>
                </a:lnTo>
                <a:lnTo>
                  <a:pt x="101967" y="311187"/>
                </a:lnTo>
                <a:lnTo>
                  <a:pt x="156137" y="317849"/>
                </a:lnTo>
                <a:lnTo>
                  <a:pt x="161390" y="317849"/>
                </a:lnTo>
                <a:lnTo>
                  <a:pt x="171659" y="317421"/>
                </a:lnTo>
                <a:lnTo>
                  <a:pt x="215053" y="311731"/>
                </a:lnTo>
                <a:lnTo>
                  <a:pt x="254276" y="299877"/>
                </a:lnTo>
                <a:lnTo>
                  <a:pt x="247354" y="257059"/>
                </a:lnTo>
                <a:lnTo>
                  <a:pt x="164899" y="257059"/>
                </a:lnTo>
                <a:lnTo>
                  <a:pt x="145832" y="255895"/>
                </a:lnTo>
                <a:lnTo>
                  <a:pt x="98472" y="237090"/>
                </a:lnTo>
                <a:lnTo>
                  <a:pt x="75295" y="197852"/>
                </a:lnTo>
                <a:lnTo>
                  <a:pt x="72602" y="180662"/>
                </a:lnTo>
                <a:lnTo>
                  <a:pt x="272885" y="180662"/>
                </a:lnTo>
                <a:lnTo>
                  <a:pt x="273195" y="177064"/>
                </a:lnTo>
                <a:lnTo>
                  <a:pt x="273553" y="172421"/>
                </a:lnTo>
                <a:lnTo>
                  <a:pt x="273986" y="160318"/>
                </a:lnTo>
                <a:lnTo>
                  <a:pt x="274053" y="154575"/>
                </a:lnTo>
                <a:lnTo>
                  <a:pt x="272507" y="129112"/>
                </a:lnTo>
                <a:lnTo>
                  <a:pt x="73176" y="129112"/>
                </a:lnTo>
                <a:lnTo>
                  <a:pt x="74177" y="122813"/>
                </a:lnTo>
                <a:lnTo>
                  <a:pt x="88670" y="85527"/>
                </a:lnTo>
                <a:lnTo>
                  <a:pt x="119637" y="61840"/>
                </a:lnTo>
                <a:lnTo>
                  <a:pt x="141700" y="58433"/>
                </a:lnTo>
                <a:lnTo>
                  <a:pt x="252781" y="58433"/>
                </a:lnTo>
                <a:lnTo>
                  <a:pt x="238921" y="38789"/>
                </a:lnTo>
                <a:lnTo>
                  <a:pt x="219660" y="21842"/>
                </a:lnTo>
                <a:lnTo>
                  <a:pt x="196934" y="9718"/>
                </a:lnTo>
                <a:lnTo>
                  <a:pt x="171171" y="2549"/>
                </a:lnTo>
                <a:lnTo>
                  <a:pt x="172176" y="2549"/>
                </a:lnTo>
                <a:lnTo>
                  <a:pt x="141116" y="0"/>
                </a:lnTo>
                <a:close/>
              </a:path>
              <a:path w="274320" h="318135">
                <a:moveTo>
                  <a:pt x="245012" y="242575"/>
                </a:moveTo>
                <a:lnTo>
                  <a:pt x="200774" y="254450"/>
                </a:lnTo>
                <a:lnTo>
                  <a:pt x="164899" y="257059"/>
                </a:lnTo>
                <a:lnTo>
                  <a:pt x="247354" y="257059"/>
                </a:lnTo>
                <a:lnTo>
                  <a:pt x="245012" y="242575"/>
                </a:lnTo>
                <a:close/>
              </a:path>
              <a:path w="274320" h="318135">
                <a:moveTo>
                  <a:pt x="252781" y="58433"/>
                </a:moveTo>
                <a:lnTo>
                  <a:pt x="141700" y="58433"/>
                </a:lnTo>
                <a:lnTo>
                  <a:pt x="149972" y="58809"/>
                </a:lnTo>
                <a:lnTo>
                  <a:pt x="149477" y="58809"/>
                </a:lnTo>
                <a:lnTo>
                  <a:pt x="187848" y="78994"/>
                </a:lnTo>
                <a:lnTo>
                  <a:pt x="202744" y="115004"/>
                </a:lnTo>
                <a:lnTo>
                  <a:pt x="203788" y="129112"/>
                </a:lnTo>
                <a:lnTo>
                  <a:pt x="272507" y="129112"/>
                </a:lnTo>
                <a:lnTo>
                  <a:pt x="271862" y="118492"/>
                </a:lnTo>
                <a:lnTo>
                  <a:pt x="265281" y="87161"/>
                </a:lnTo>
                <a:lnTo>
                  <a:pt x="254303" y="60591"/>
                </a:lnTo>
                <a:lnTo>
                  <a:pt x="252781" y="584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419858" y="4509376"/>
            <a:ext cx="455930" cy="401320"/>
          </a:xfrm>
          <a:custGeom>
            <a:avLst/>
            <a:gdLst/>
            <a:ahLst/>
            <a:cxnLst/>
            <a:rect l="l" t="t" r="r" b="b"/>
            <a:pathLst>
              <a:path w="455930" h="401320">
                <a:moveTo>
                  <a:pt x="190474" y="385025"/>
                </a:moveTo>
                <a:lnTo>
                  <a:pt x="178892" y="329412"/>
                </a:lnTo>
                <a:lnTo>
                  <a:pt x="173075" y="331787"/>
                </a:lnTo>
                <a:lnTo>
                  <a:pt x="165252" y="334276"/>
                </a:lnTo>
                <a:lnTo>
                  <a:pt x="121386" y="341020"/>
                </a:lnTo>
                <a:lnTo>
                  <a:pt x="108470" y="340055"/>
                </a:lnTo>
                <a:lnTo>
                  <a:pt x="76822" y="316306"/>
                </a:lnTo>
                <a:lnTo>
                  <a:pt x="70269" y="273304"/>
                </a:lnTo>
                <a:lnTo>
                  <a:pt x="70269" y="149974"/>
                </a:lnTo>
                <a:lnTo>
                  <a:pt x="178142" y="149974"/>
                </a:lnTo>
                <a:lnTo>
                  <a:pt x="178142" y="91490"/>
                </a:lnTo>
                <a:lnTo>
                  <a:pt x="70205" y="91490"/>
                </a:lnTo>
                <a:lnTo>
                  <a:pt x="70205" y="0"/>
                </a:lnTo>
                <a:lnTo>
                  <a:pt x="0" y="11595"/>
                </a:lnTo>
                <a:lnTo>
                  <a:pt x="127" y="11595"/>
                </a:lnTo>
                <a:lnTo>
                  <a:pt x="127" y="273862"/>
                </a:lnTo>
                <a:lnTo>
                  <a:pt x="444" y="288518"/>
                </a:lnTo>
                <a:lnTo>
                  <a:pt x="5321" y="327418"/>
                </a:lnTo>
                <a:lnTo>
                  <a:pt x="23342" y="367360"/>
                </a:lnTo>
                <a:lnTo>
                  <a:pt x="57873" y="392582"/>
                </a:lnTo>
                <a:lnTo>
                  <a:pt x="96558" y="400710"/>
                </a:lnTo>
                <a:lnTo>
                  <a:pt x="112128" y="401256"/>
                </a:lnTo>
                <a:lnTo>
                  <a:pt x="125031" y="400913"/>
                </a:lnTo>
                <a:lnTo>
                  <a:pt x="167944" y="393014"/>
                </a:lnTo>
                <a:lnTo>
                  <a:pt x="183896" y="387654"/>
                </a:lnTo>
                <a:lnTo>
                  <a:pt x="190474" y="385025"/>
                </a:lnTo>
                <a:close/>
              </a:path>
              <a:path w="455930" h="401320">
                <a:moveTo>
                  <a:pt x="455714" y="203898"/>
                </a:moveTo>
                <a:lnTo>
                  <a:pt x="455460" y="195224"/>
                </a:lnTo>
                <a:lnTo>
                  <a:pt x="455333" y="190868"/>
                </a:lnTo>
                <a:lnTo>
                  <a:pt x="454202" y="178358"/>
                </a:lnTo>
                <a:lnTo>
                  <a:pt x="441490" y="134327"/>
                </a:lnTo>
                <a:lnTo>
                  <a:pt x="412673" y="103124"/>
                </a:lnTo>
                <a:lnTo>
                  <a:pt x="364693" y="86156"/>
                </a:lnTo>
                <a:lnTo>
                  <a:pt x="336537" y="84124"/>
                </a:lnTo>
                <a:lnTo>
                  <a:pt x="332638" y="84124"/>
                </a:lnTo>
                <a:lnTo>
                  <a:pt x="312432" y="84543"/>
                </a:lnTo>
                <a:lnTo>
                  <a:pt x="316458" y="84543"/>
                </a:lnTo>
                <a:lnTo>
                  <a:pt x="304546" y="85293"/>
                </a:lnTo>
                <a:lnTo>
                  <a:pt x="291122" y="86741"/>
                </a:lnTo>
                <a:lnTo>
                  <a:pt x="277317" y="88874"/>
                </a:lnTo>
                <a:lnTo>
                  <a:pt x="277482" y="88874"/>
                </a:lnTo>
                <a:lnTo>
                  <a:pt x="266103" y="91046"/>
                </a:lnTo>
                <a:lnTo>
                  <a:pt x="255600" y="93357"/>
                </a:lnTo>
                <a:lnTo>
                  <a:pt x="246646" y="95681"/>
                </a:lnTo>
                <a:lnTo>
                  <a:pt x="239217" y="97980"/>
                </a:lnTo>
                <a:lnTo>
                  <a:pt x="247916" y="154724"/>
                </a:lnTo>
                <a:lnTo>
                  <a:pt x="254762" y="152463"/>
                </a:lnTo>
                <a:lnTo>
                  <a:pt x="262559" y="150355"/>
                </a:lnTo>
                <a:lnTo>
                  <a:pt x="302323" y="143992"/>
                </a:lnTo>
                <a:lnTo>
                  <a:pt x="312534" y="143395"/>
                </a:lnTo>
                <a:lnTo>
                  <a:pt x="309943" y="143395"/>
                </a:lnTo>
                <a:lnTo>
                  <a:pt x="325691" y="143103"/>
                </a:lnTo>
                <a:lnTo>
                  <a:pt x="334314" y="143395"/>
                </a:lnTo>
                <a:lnTo>
                  <a:pt x="342163" y="144272"/>
                </a:lnTo>
                <a:lnTo>
                  <a:pt x="379564" y="166395"/>
                </a:lnTo>
                <a:lnTo>
                  <a:pt x="387756" y="195224"/>
                </a:lnTo>
                <a:lnTo>
                  <a:pt x="387756" y="214947"/>
                </a:lnTo>
                <a:lnTo>
                  <a:pt x="387756" y="264071"/>
                </a:lnTo>
                <a:lnTo>
                  <a:pt x="387756" y="341642"/>
                </a:lnTo>
                <a:lnTo>
                  <a:pt x="378345" y="343166"/>
                </a:lnTo>
                <a:lnTo>
                  <a:pt x="366966" y="344258"/>
                </a:lnTo>
                <a:lnTo>
                  <a:pt x="353656" y="344919"/>
                </a:lnTo>
                <a:lnTo>
                  <a:pt x="338391" y="345147"/>
                </a:lnTo>
                <a:lnTo>
                  <a:pt x="295973" y="335597"/>
                </a:lnTo>
                <a:lnTo>
                  <a:pt x="280327" y="301142"/>
                </a:lnTo>
                <a:lnTo>
                  <a:pt x="280327" y="292646"/>
                </a:lnTo>
                <a:lnTo>
                  <a:pt x="307924" y="263880"/>
                </a:lnTo>
                <a:lnTo>
                  <a:pt x="337045" y="258940"/>
                </a:lnTo>
                <a:lnTo>
                  <a:pt x="357251" y="258940"/>
                </a:lnTo>
                <a:lnTo>
                  <a:pt x="363550" y="259384"/>
                </a:lnTo>
                <a:lnTo>
                  <a:pt x="378256" y="261759"/>
                </a:lnTo>
                <a:lnTo>
                  <a:pt x="383882" y="262877"/>
                </a:lnTo>
                <a:lnTo>
                  <a:pt x="387756" y="264071"/>
                </a:lnTo>
                <a:lnTo>
                  <a:pt x="387756" y="214947"/>
                </a:lnTo>
                <a:lnTo>
                  <a:pt x="343839" y="208572"/>
                </a:lnTo>
                <a:lnTo>
                  <a:pt x="336080" y="208572"/>
                </a:lnTo>
                <a:lnTo>
                  <a:pt x="288213" y="213512"/>
                </a:lnTo>
                <a:lnTo>
                  <a:pt x="247853" y="229743"/>
                </a:lnTo>
                <a:lnTo>
                  <a:pt x="220256" y="258940"/>
                </a:lnTo>
                <a:lnTo>
                  <a:pt x="210210" y="301142"/>
                </a:lnTo>
                <a:lnTo>
                  <a:pt x="210121" y="302958"/>
                </a:lnTo>
                <a:lnTo>
                  <a:pt x="219125" y="348703"/>
                </a:lnTo>
                <a:lnTo>
                  <a:pt x="244094" y="378777"/>
                </a:lnTo>
                <a:lnTo>
                  <a:pt x="282702" y="395566"/>
                </a:lnTo>
                <a:lnTo>
                  <a:pt x="307086" y="399529"/>
                </a:lnTo>
                <a:lnTo>
                  <a:pt x="307517" y="399529"/>
                </a:lnTo>
                <a:lnTo>
                  <a:pt x="319557" y="400443"/>
                </a:lnTo>
                <a:lnTo>
                  <a:pt x="320141" y="400443"/>
                </a:lnTo>
                <a:lnTo>
                  <a:pt x="332625" y="400748"/>
                </a:lnTo>
                <a:lnTo>
                  <a:pt x="352704" y="400443"/>
                </a:lnTo>
                <a:lnTo>
                  <a:pt x="406654" y="395820"/>
                </a:lnTo>
                <a:lnTo>
                  <a:pt x="446557" y="389280"/>
                </a:lnTo>
                <a:lnTo>
                  <a:pt x="455714" y="387464"/>
                </a:lnTo>
                <a:lnTo>
                  <a:pt x="455714" y="345147"/>
                </a:lnTo>
                <a:lnTo>
                  <a:pt x="455714" y="258940"/>
                </a:lnTo>
                <a:lnTo>
                  <a:pt x="455714" y="214947"/>
                </a:lnTo>
                <a:lnTo>
                  <a:pt x="455714" y="2038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945777" y="4454448"/>
            <a:ext cx="416559" cy="457200"/>
          </a:xfrm>
          <a:custGeom>
            <a:avLst/>
            <a:gdLst/>
            <a:ahLst/>
            <a:cxnLst/>
            <a:rect l="l" t="t" r="r" b="b"/>
            <a:pathLst>
              <a:path w="416560" h="457200">
                <a:moveTo>
                  <a:pt x="116573" y="397205"/>
                </a:moveTo>
                <a:lnTo>
                  <a:pt x="107315" y="396011"/>
                </a:lnTo>
                <a:lnTo>
                  <a:pt x="99682" y="394385"/>
                </a:lnTo>
                <a:lnTo>
                  <a:pt x="93675" y="392264"/>
                </a:lnTo>
                <a:lnTo>
                  <a:pt x="87668" y="390207"/>
                </a:lnTo>
                <a:lnTo>
                  <a:pt x="70205" y="355320"/>
                </a:lnTo>
                <a:lnTo>
                  <a:pt x="70205" y="0"/>
                </a:lnTo>
                <a:lnTo>
                  <a:pt x="0" y="11544"/>
                </a:lnTo>
                <a:lnTo>
                  <a:pt x="63" y="362432"/>
                </a:lnTo>
                <a:lnTo>
                  <a:pt x="228" y="368236"/>
                </a:lnTo>
                <a:lnTo>
                  <a:pt x="304" y="371106"/>
                </a:lnTo>
                <a:lnTo>
                  <a:pt x="7874" y="408851"/>
                </a:lnTo>
                <a:lnTo>
                  <a:pt x="36372" y="440397"/>
                </a:lnTo>
                <a:lnTo>
                  <a:pt x="78143" y="453047"/>
                </a:lnTo>
                <a:lnTo>
                  <a:pt x="106680" y="455053"/>
                </a:lnTo>
                <a:lnTo>
                  <a:pt x="116573" y="397205"/>
                </a:lnTo>
                <a:close/>
              </a:path>
              <a:path w="416560" h="457200">
                <a:moveTo>
                  <a:pt x="416191" y="293535"/>
                </a:moveTo>
                <a:lnTo>
                  <a:pt x="407390" y="226098"/>
                </a:lnTo>
                <a:lnTo>
                  <a:pt x="381063" y="177749"/>
                </a:lnTo>
                <a:lnTo>
                  <a:pt x="345935" y="152336"/>
                </a:lnTo>
                <a:lnTo>
                  <a:pt x="345935" y="267995"/>
                </a:lnTo>
                <a:lnTo>
                  <a:pt x="215366" y="267995"/>
                </a:lnTo>
                <a:lnTo>
                  <a:pt x="216369" y="261772"/>
                </a:lnTo>
                <a:lnTo>
                  <a:pt x="216433" y="261327"/>
                </a:lnTo>
                <a:lnTo>
                  <a:pt x="217843" y="254787"/>
                </a:lnTo>
                <a:lnTo>
                  <a:pt x="234835" y="219316"/>
                </a:lnTo>
                <a:lnTo>
                  <a:pt x="268795" y="198882"/>
                </a:lnTo>
                <a:lnTo>
                  <a:pt x="283921" y="197345"/>
                </a:lnTo>
                <a:lnTo>
                  <a:pt x="292455" y="197726"/>
                </a:lnTo>
                <a:lnTo>
                  <a:pt x="291782" y="197726"/>
                </a:lnTo>
                <a:lnTo>
                  <a:pt x="298500" y="198716"/>
                </a:lnTo>
                <a:lnTo>
                  <a:pt x="333654" y="222872"/>
                </a:lnTo>
                <a:lnTo>
                  <a:pt x="345681" y="260870"/>
                </a:lnTo>
                <a:lnTo>
                  <a:pt x="345935" y="267995"/>
                </a:lnTo>
                <a:lnTo>
                  <a:pt x="345935" y="152336"/>
                </a:lnTo>
                <a:lnTo>
                  <a:pt x="339077" y="148678"/>
                </a:lnTo>
                <a:lnTo>
                  <a:pt x="313270" y="141528"/>
                </a:lnTo>
                <a:lnTo>
                  <a:pt x="314185" y="141528"/>
                </a:lnTo>
                <a:lnTo>
                  <a:pt x="283260" y="139001"/>
                </a:lnTo>
                <a:lnTo>
                  <a:pt x="269976" y="139623"/>
                </a:lnTo>
                <a:lnTo>
                  <a:pt x="256832" y="141528"/>
                </a:lnTo>
                <a:lnTo>
                  <a:pt x="218579" y="154774"/>
                </a:lnTo>
                <a:lnTo>
                  <a:pt x="185712" y="179184"/>
                </a:lnTo>
                <a:lnTo>
                  <a:pt x="160616" y="214642"/>
                </a:lnTo>
                <a:lnTo>
                  <a:pt x="145326" y="260870"/>
                </a:lnTo>
                <a:lnTo>
                  <a:pt x="145224" y="261327"/>
                </a:lnTo>
                <a:lnTo>
                  <a:pt x="145135" y="261772"/>
                </a:lnTo>
                <a:lnTo>
                  <a:pt x="142913" y="279908"/>
                </a:lnTo>
                <a:lnTo>
                  <a:pt x="142240" y="297395"/>
                </a:lnTo>
                <a:lnTo>
                  <a:pt x="142163" y="299275"/>
                </a:lnTo>
                <a:lnTo>
                  <a:pt x="147370" y="347446"/>
                </a:lnTo>
                <a:lnTo>
                  <a:pt x="163195" y="388899"/>
                </a:lnTo>
                <a:lnTo>
                  <a:pt x="190131" y="421919"/>
                </a:lnTo>
                <a:lnTo>
                  <a:pt x="228638" y="444944"/>
                </a:lnTo>
                <a:lnTo>
                  <a:pt x="278904" y="456069"/>
                </a:lnTo>
                <a:lnTo>
                  <a:pt x="298284" y="456806"/>
                </a:lnTo>
                <a:lnTo>
                  <a:pt x="303530" y="456806"/>
                </a:lnTo>
                <a:lnTo>
                  <a:pt x="343662" y="453085"/>
                </a:lnTo>
                <a:lnTo>
                  <a:pt x="387235" y="442760"/>
                </a:lnTo>
                <a:lnTo>
                  <a:pt x="396417" y="438823"/>
                </a:lnTo>
                <a:lnTo>
                  <a:pt x="389496" y="396011"/>
                </a:lnTo>
                <a:lnTo>
                  <a:pt x="387159" y="381533"/>
                </a:lnTo>
                <a:lnTo>
                  <a:pt x="342912" y="393407"/>
                </a:lnTo>
                <a:lnTo>
                  <a:pt x="307047" y="396011"/>
                </a:lnTo>
                <a:lnTo>
                  <a:pt x="288010" y="394855"/>
                </a:lnTo>
                <a:lnTo>
                  <a:pt x="286981" y="394855"/>
                </a:lnTo>
                <a:lnTo>
                  <a:pt x="240588" y="376047"/>
                </a:lnTo>
                <a:lnTo>
                  <a:pt x="217449" y="336829"/>
                </a:lnTo>
                <a:lnTo>
                  <a:pt x="214757" y="319620"/>
                </a:lnTo>
                <a:lnTo>
                  <a:pt x="414947" y="319620"/>
                </a:lnTo>
                <a:lnTo>
                  <a:pt x="415328" y="316014"/>
                </a:lnTo>
                <a:lnTo>
                  <a:pt x="415696" y="311378"/>
                </a:lnTo>
                <a:lnTo>
                  <a:pt x="416128" y="299275"/>
                </a:lnTo>
                <a:lnTo>
                  <a:pt x="416191" y="2935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421815" y="4594561"/>
            <a:ext cx="254000" cy="309245"/>
          </a:xfrm>
          <a:custGeom>
            <a:avLst/>
            <a:gdLst/>
            <a:ahLst/>
            <a:cxnLst/>
            <a:rect l="l" t="t" r="r" b="b"/>
            <a:pathLst>
              <a:path w="254000" h="309245">
                <a:moveTo>
                  <a:pt x="124759" y="0"/>
                </a:moveTo>
                <a:lnTo>
                  <a:pt x="69451" y="2893"/>
                </a:lnTo>
                <a:lnTo>
                  <a:pt x="23303" y="10505"/>
                </a:lnTo>
                <a:lnTo>
                  <a:pt x="0" y="16223"/>
                </a:lnTo>
                <a:lnTo>
                  <a:pt x="0" y="309194"/>
                </a:lnTo>
                <a:lnTo>
                  <a:pt x="70182" y="309194"/>
                </a:lnTo>
                <a:lnTo>
                  <a:pt x="70182" y="64843"/>
                </a:lnTo>
                <a:lnTo>
                  <a:pt x="74772" y="64094"/>
                </a:lnTo>
                <a:lnTo>
                  <a:pt x="98777" y="61199"/>
                </a:lnTo>
                <a:lnTo>
                  <a:pt x="105816" y="60654"/>
                </a:lnTo>
                <a:lnTo>
                  <a:pt x="112729" y="60330"/>
                </a:lnTo>
                <a:lnTo>
                  <a:pt x="119502" y="60223"/>
                </a:lnTo>
                <a:lnTo>
                  <a:pt x="128157" y="60529"/>
                </a:lnTo>
                <a:lnTo>
                  <a:pt x="164816" y="73641"/>
                </a:lnTo>
                <a:lnTo>
                  <a:pt x="181498" y="117513"/>
                </a:lnTo>
                <a:lnTo>
                  <a:pt x="183259" y="309132"/>
                </a:lnTo>
                <a:lnTo>
                  <a:pt x="253608" y="309132"/>
                </a:lnTo>
                <a:lnTo>
                  <a:pt x="253608" y="138926"/>
                </a:lnTo>
                <a:lnTo>
                  <a:pt x="250193" y="95694"/>
                </a:lnTo>
                <a:lnTo>
                  <a:pt x="239233" y="58633"/>
                </a:lnTo>
                <a:lnTo>
                  <a:pt x="209306" y="22270"/>
                </a:lnTo>
                <a:lnTo>
                  <a:pt x="173625" y="5685"/>
                </a:lnTo>
                <a:lnTo>
                  <a:pt x="142581" y="631"/>
                </a:lnTo>
                <a:lnTo>
                  <a:pt x="1247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743426" y="4509376"/>
            <a:ext cx="499745" cy="402590"/>
          </a:xfrm>
          <a:custGeom>
            <a:avLst/>
            <a:gdLst/>
            <a:ahLst/>
            <a:cxnLst/>
            <a:rect l="l" t="t" r="r" b="b"/>
            <a:pathLst>
              <a:path w="499745" h="402589">
                <a:moveTo>
                  <a:pt x="190271" y="385025"/>
                </a:moveTo>
                <a:lnTo>
                  <a:pt x="178752" y="329412"/>
                </a:lnTo>
                <a:lnTo>
                  <a:pt x="172910" y="331787"/>
                </a:lnTo>
                <a:lnTo>
                  <a:pt x="165074" y="334276"/>
                </a:lnTo>
                <a:lnTo>
                  <a:pt x="121259" y="341020"/>
                </a:lnTo>
                <a:lnTo>
                  <a:pt x="108331" y="340055"/>
                </a:lnTo>
                <a:lnTo>
                  <a:pt x="76682" y="316306"/>
                </a:lnTo>
                <a:lnTo>
                  <a:pt x="70104" y="273304"/>
                </a:lnTo>
                <a:lnTo>
                  <a:pt x="70104" y="149974"/>
                </a:lnTo>
                <a:lnTo>
                  <a:pt x="178092" y="149974"/>
                </a:lnTo>
                <a:lnTo>
                  <a:pt x="178092" y="91490"/>
                </a:lnTo>
                <a:lnTo>
                  <a:pt x="70104" y="91490"/>
                </a:lnTo>
                <a:lnTo>
                  <a:pt x="70104" y="0"/>
                </a:lnTo>
                <a:lnTo>
                  <a:pt x="0" y="11595"/>
                </a:lnTo>
                <a:lnTo>
                  <a:pt x="0" y="273862"/>
                </a:lnTo>
                <a:lnTo>
                  <a:pt x="317" y="288518"/>
                </a:lnTo>
                <a:lnTo>
                  <a:pt x="5181" y="327418"/>
                </a:lnTo>
                <a:lnTo>
                  <a:pt x="23202" y="367360"/>
                </a:lnTo>
                <a:lnTo>
                  <a:pt x="57746" y="392582"/>
                </a:lnTo>
                <a:lnTo>
                  <a:pt x="96405" y="400710"/>
                </a:lnTo>
                <a:lnTo>
                  <a:pt x="112001" y="401256"/>
                </a:lnTo>
                <a:lnTo>
                  <a:pt x="124904" y="400913"/>
                </a:lnTo>
                <a:lnTo>
                  <a:pt x="167805" y="393014"/>
                </a:lnTo>
                <a:lnTo>
                  <a:pt x="183730" y="387654"/>
                </a:lnTo>
                <a:lnTo>
                  <a:pt x="190271" y="385025"/>
                </a:lnTo>
                <a:close/>
              </a:path>
              <a:path w="499745" h="402589">
                <a:moveTo>
                  <a:pt x="499160" y="241566"/>
                </a:moveTo>
                <a:lnTo>
                  <a:pt x="493128" y="192557"/>
                </a:lnTo>
                <a:lnTo>
                  <a:pt x="475564" y="150393"/>
                </a:lnTo>
                <a:lnTo>
                  <a:pt x="448386" y="117614"/>
                </a:lnTo>
                <a:lnTo>
                  <a:pt x="427113" y="102654"/>
                </a:lnTo>
                <a:lnTo>
                  <a:pt x="427113" y="242658"/>
                </a:lnTo>
                <a:lnTo>
                  <a:pt x="425894" y="264185"/>
                </a:lnTo>
                <a:lnTo>
                  <a:pt x="425894" y="264350"/>
                </a:lnTo>
                <a:lnTo>
                  <a:pt x="422262" y="283489"/>
                </a:lnTo>
                <a:lnTo>
                  <a:pt x="422236" y="283654"/>
                </a:lnTo>
                <a:lnTo>
                  <a:pt x="396951" y="326732"/>
                </a:lnTo>
                <a:lnTo>
                  <a:pt x="353339" y="341706"/>
                </a:lnTo>
                <a:lnTo>
                  <a:pt x="336905" y="340042"/>
                </a:lnTo>
                <a:lnTo>
                  <a:pt x="299097" y="315061"/>
                </a:lnTo>
                <a:lnTo>
                  <a:pt x="280885" y="264350"/>
                </a:lnTo>
                <a:lnTo>
                  <a:pt x="279654" y="242658"/>
                </a:lnTo>
                <a:lnTo>
                  <a:pt x="280860" y="221259"/>
                </a:lnTo>
                <a:lnTo>
                  <a:pt x="299097" y="171132"/>
                </a:lnTo>
                <a:lnTo>
                  <a:pt x="336905" y="146443"/>
                </a:lnTo>
                <a:lnTo>
                  <a:pt x="353339" y="144792"/>
                </a:lnTo>
                <a:lnTo>
                  <a:pt x="369811" y="146443"/>
                </a:lnTo>
                <a:lnTo>
                  <a:pt x="407657" y="171132"/>
                </a:lnTo>
                <a:lnTo>
                  <a:pt x="425894" y="221259"/>
                </a:lnTo>
                <a:lnTo>
                  <a:pt x="427050" y="241566"/>
                </a:lnTo>
                <a:lnTo>
                  <a:pt x="427113" y="242658"/>
                </a:lnTo>
                <a:lnTo>
                  <a:pt x="427113" y="102654"/>
                </a:lnTo>
                <a:lnTo>
                  <a:pt x="384060" y="86817"/>
                </a:lnTo>
                <a:lnTo>
                  <a:pt x="353339" y="83997"/>
                </a:lnTo>
                <a:lnTo>
                  <a:pt x="337743" y="84709"/>
                </a:lnTo>
                <a:lnTo>
                  <a:pt x="294754" y="95300"/>
                </a:lnTo>
                <a:lnTo>
                  <a:pt x="258762" y="117614"/>
                </a:lnTo>
                <a:lnTo>
                  <a:pt x="231292" y="150393"/>
                </a:lnTo>
                <a:lnTo>
                  <a:pt x="213690" y="192557"/>
                </a:lnTo>
                <a:lnTo>
                  <a:pt x="207670" y="241566"/>
                </a:lnTo>
                <a:lnTo>
                  <a:pt x="207632" y="242658"/>
                </a:lnTo>
                <a:lnTo>
                  <a:pt x="208305" y="260197"/>
                </a:lnTo>
                <a:lnTo>
                  <a:pt x="218401" y="308063"/>
                </a:lnTo>
                <a:lnTo>
                  <a:pt x="239293" y="347459"/>
                </a:lnTo>
                <a:lnTo>
                  <a:pt x="269354" y="376986"/>
                </a:lnTo>
                <a:lnTo>
                  <a:pt x="307873" y="395973"/>
                </a:lnTo>
                <a:lnTo>
                  <a:pt x="353339" y="402501"/>
                </a:lnTo>
                <a:lnTo>
                  <a:pt x="369265" y="401777"/>
                </a:lnTo>
                <a:lnTo>
                  <a:pt x="412915" y="390893"/>
                </a:lnTo>
                <a:lnTo>
                  <a:pt x="448995" y="368287"/>
                </a:lnTo>
                <a:lnTo>
                  <a:pt x="471881" y="341706"/>
                </a:lnTo>
                <a:lnTo>
                  <a:pt x="476046" y="335407"/>
                </a:lnTo>
                <a:lnTo>
                  <a:pt x="493242" y="292912"/>
                </a:lnTo>
                <a:lnTo>
                  <a:pt x="499122" y="242658"/>
                </a:lnTo>
                <a:lnTo>
                  <a:pt x="499160" y="2415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404371" y="4454378"/>
            <a:ext cx="273685" cy="457200"/>
          </a:xfrm>
          <a:custGeom>
            <a:avLst/>
            <a:gdLst/>
            <a:ahLst/>
            <a:cxnLst/>
            <a:rect l="l" t="t" r="r" b="b"/>
            <a:pathLst>
              <a:path w="273685" h="457200">
                <a:moveTo>
                  <a:pt x="135191" y="140116"/>
                </a:moveTo>
                <a:lnTo>
                  <a:pt x="119437" y="140819"/>
                </a:lnTo>
                <a:lnTo>
                  <a:pt x="103868" y="143038"/>
                </a:lnTo>
                <a:lnTo>
                  <a:pt x="104192" y="143038"/>
                </a:lnTo>
                <a:lnTo>
                  <a:pt x="90714" y="146462"/>
                </a:lnTo>
                <a:lnTo>
                  <a:pt x="54702" y="165100"/>
                </a:lnTo>
                <a:lnTo>
                  <a:pt x="27214" y="194485"/>
                </a:lnTo>
                <a:lnTo>
                  <a:pt x="9012" y="233611"/>
                </a:lnTo>
                <a:lnTo>
                  <a:pt x="563" y="281068"/>
                </a:lnTo>
                <a:lnTo>
                  <a:pt x="55" y="297022"/>
                </a:lnTo>
                <a:lnTo>
                  <a:pt x="0" y="298770"/>
                </a:lnTo>
                <a:lnTo>
                  <a:pt x="6055" y="349433"/>
                </a:lnTo>
                <a:lnTo>
                  <a:pt x="23735" y="391396"/>
                </a:lnTo>
                <a:lnTo>
                  <a:pt x="23846" y="391598"/>
                </a:lnTo>
                <a:lnTo>
                  <a:pt x="52103" y="424002"/>
                </a:lnTo>
                <a:lnTo>
                  <a:pt x="90043" y="445882"/>
                </a:lnTo>
                <a:lnTo>
                  <a:pt x="137278" y="456178"/>
                </a:lnTo>
                <a:lnTo>
                  <a:pt x="154468" y="456867"/>
                </a:lnTo>
                <a:lnTo>
                  <a:pt x="171677" y="456549"/>
                </a:lnTo>
                <a:lnTo>
                  <a:pt x="220895" y="451687"/>
                </a:lnTo>
                <a:lnTo>
                  <a:pt x="262344" y="443191"/>
                </a:lnTo>
                <a:lnTo>
                  <a:pt x="273469" y="440078"/>
                </a:lnTo>
                <a:lnTo>
                  <a:pt x="273386" y="396014"/>
                </a:lnTo>
                <a:lnTo>
                  <a:pt x="155052" y="396014"/>
                </a:lnTo>
                <a:lnTo>
                  <a:pt x="136650" y="394373"/>
                </a:lnTo>
                <a:lnTo>
                  <a:pt x="94133" y="369674"/>
                </a:lnTo>
                <a:lnTo>
                  <a:pt x="73467" y="318943"/>
                </a:lnTo>
                <a:lnTo>
                  <a:pt x="72101" y="297022"/>
                </a:lnTo>
                <a:lnTo>
                  <a:pt x="73199" y="275890"/>
                </a:lnTo>
                <a:lnTo>
                  <a:pt x="89793" y="226377"/>
                </a:lnTo>
                <a:lnTo>
                  <a:pt x="127921" y="201975"/>
                </a:lnTo>
                <a:lnTo>
                  <a:pt x="145789" y="200348"/>
                </a:lnTo>
                <a:lnTo>
                  <a:pt x="273386" y="200348"/>
                </a:lnTo>
                <a:lnTo>
                  <a:pt x="273386" y="156906"/>
                </a:lnTo>
                <a:lnTo>
                  <a:pt x="203120" y="156906"/>
                </a:lnTo>
                <a:lnTo>
                  <a:pt x="196753" y="153767"/>
                </a:lnTo>
                <a:lnTo>
                  <a:pt x="189799" y="150797"/>
                </a:lnTo>
                <a:lnTo>
                  <a:pt x="145892" y="140443"/>
                </a:lnTo>
                <a:lnTo>
                  <a:pt x="135191" y="140116"/>
                </a:lnTo>
                <a:close/>
              </a:path>
              <a:path w="273685" h="457200">
                <a:moveTo>
                  <a:pt x="273386" y="200348"/>
                </a:moveTo>
                <a:lnTo>
                  <a:pt x="145789" y="200348"/>
                </a:lnTo>
                <a:lnTo>
                  <a:pt x="154363" y="200688"/>
                </a:lnTo>
                <a:lnTo>
                  <a:pt x="162688" y="201712"/>
                </a:lnTo>
                <a:lnTo>
                  <a:pt x="203203" y="217695"/>
                </a:lnTo>
                <a:lnTo>
                  <a:pt x="203203" y="391396"/>
                </a:lnTo>
                <a:lnTo>
                  <a:pt x="198113" y="392581"/>
                </a:lnTo>
                <a:lnTo>
                  <a:pt x="160609" y="396014"/>
                </a:lnTo>
                <a:lnTo>
                  <a:pt x="273386" y="396014"/>
                </a:lnTo>
                <a:lnTo>
                  <a:pt x="273386" y="200348"/>
                </a:lnTo>
                <a:close/>
              </a:path>
              <a:path w="273685" h="457200">
                <a:moveTo>
                  <a:pt x="273386" y="0"/>
                </a:moveTo>
                <a:lnTo>
                  <a:pt x="203120" y="11545"/>
                </a:lnTo>
                <a:lnTo>
                  <a:pt x="203120" y="156906"/>
                </a:lnTo>
                <a:lnTo>
                  <a:pt x="273386" y="156906"/>
                </a:lnTo>
                <a:lnTo>
                  <a:pt x="2733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735922" y="4593438"/>
            <a:ext cx="274320" cy="318135"/>
          </a:xfrm>
          <a:custGeom>
            <a:avLst/>
            <a:gdLst/>
            <a:ahLst/>
            <a:cxnLst/>
            <a:rect l="l" t="t" r="r" b="b"/>
            <a:pathLst>
              <a:path w="274320" h="318135">
                <a:moveTo>
                  <a:pt x="141116" y="0"/>
                </a:moveTo>
                <a:lnTo>
                  <a:pt x="101708" y="5685"/>
                </a:lnTo>
                <a:lnTo>
                  <a:pt x="64716" y="22689"/>
                </a:lnTo>
                <a:lnTo>
                  <a:pt x="34171" y="50803"/>
                </a:lnTo>
                <a:lnTo>
                  <a:pt x="11933" y="90248"/>
                </a:lnTo>
                <a:lnTo>
                  <a:pt x="3161" y="121879"/>
                </a:lnTo>
                <a:lnTo>
                  <a:pt x="3061" y="122333"/>
                </a:lnTo>
                <a:lnTo>
                  <a:pt x="2962" y="122781"/>
                </a:lnTo>
                <a:lnTo>
                  <a:pt x="738" y="140908"/>
                </a:lnTo>
                <a:lnTo>
                  <a:pt x="0" y="160277"/>
                </a:lnTo>
                <a:lnTo>
                  <a:pt x="569" y="176750"/>
                </a:lnTo>
                <a:lnTo>
                  <a:pt x="9263" y="223122"/>
                </a:lnTo>
                <a:lnTo>
                  <a:pt x="28755" y="261885"/>
                </a:lnTo>
                <a:lnTo>
                  <a:pt x="59490" y="291757"/>
                </a:lnTo>
                <a:lnTo>
                  <a:pt x="101896" y="311146"/>
                </a:lnTo>
                <a:lnTo>
                  <a:pt x="156137" y="317808"/>
                </a:lnTo>
                <a:lnTo>
                  <a:pt x="161384" y="317808"/>
                </a:lnTo>
                <a:lnTo>
                  <a:pt x="171659" y="317379"/>
                </a:lnTo>
                <a:lnTo>
                  <a:pt x="215053" y="311691"/>
                </a:lnTo>
                <a:lnTo>
                  <a:pt x="254276" y="299832"/>
                </a:lnTo>
                <a:lnTo>
                  <a:pt x="247353" y="257017"/>
                </a:lnTo>
                <a:lnTo>
                  <a:pt x="164899" y="257017"/>
                </a:lnTo>
                <a:lnTo>
                  <a:pt x="145858" y="255854"/>
                </a:lnTo>
                <a:lnTo>
                  <a:pt x="98389" y="237048"/>
                </a:lnTo>
                <a:lnTo>
                  <a:pt x="75293" y="197835"/>
                </a:lnTo>
                <a:lnTo>
                  <a:pt x="72602" y="180620"/>
                </a:lnTo>
                <a:lnTo>
                  <a:pt x="272802" y="180620"/>
                </a:lnTo>
                <a:lnTo>
                  <a:pt x="273190" y="177023"/>
                </a:lnTo>
                <a:lnTo>
                  <a:pt x="273219" y="176750"/>
                </a:lnTo>
                <a:lnTo>
                  <a:pt x="273720" y="167577"/>
                </a:lnTo>
                <a:lnTo>
                  <a:pt x="273887" y="162707"/>
                </a:lnTo>
                <a:lnTo>
                  <a:pt x="273970" y="154533"/>
                </a:lnTo>
                <a:lnTo>
                  <a:pt x="272421" y="129004"/>
                </a:lnTo>
                <a:lnTo>
                  <a:pt x="73177" y="129004"/>
                </a:lnTo>
                <a:lnTo>
                  <a:pt x="74165" y="122781"/>
                </a:lnTo>
                <a:lnTo>
                  <a:pt x="88635" y="85425"/>
                </a:lnTo>
                <a:lnTo>
                  <a:pt x="119590" y="61778"/>
                </a:lnTo>
                <a:lnTo>
                  <a:pt x="141700" y="58350"/>
                </a:lnTo>
                <a:lnTo>
                  <a:pt x="252718" y="58350"/>
                </a:lnTo>
                <a:lnTo>
                  <a:pt x="238921" y="38756"/>
                </a:lnTo>
                <a:lnTo>
                  <a:pt x="219625" y="21800"/>
                </a:lnTo>
                <a:lnTo>
                  <a:pt x="196903" y="9689"/>
                </a:lnTo>
                <a:lnTo>
                  <a:pt x="171117" y="2527"/>
                </a:lnTo>
                <a:lnTo>
                  <a:pt x="172023" y="2527"/>
                </a:lnTo>
                <a:lnTo>
                  <a:pt x="141116" y="0"/>
                </a:lnTo>
                <a:close/>
              </a:path>
              <a:path w="274320" h="318135">
                <a:moveTo>
                  <a:pt x="245012" y="242536"/>
                </a:moveTo>
                <a:lnTo>
                  <a:pt x="200739" y="254410"/>
                </a:lnTo>
                <a:lnTo>
                  <a:pt x="164899" y="257017"/>
                </a:lnTo>
                <a:lnTo>
                  <a:pt x="247353" y="257017"/>
                </a:lnTo>
                <a:lnTo>
                  <a:pt x="245012" y="242536"/>
                </a:lnTo>
                <a:close/>
              </a:path>
              <a:path w="274320" h="318135">
                <a:moveTo>
                  <a:pt x="252718" y="58350"/>
                </a:moveTo>
                <a:lnTo>
                  <a:pt x="141700" y="58350"/>
                </a:lnTo>
                <a:lnTo>
                  <a:pt x="150230" y="58735"/>
                </a:lnTo>
                <a:lnTo>
                  <a:pt x="149557" y="58735"/>
                </a:lnTo>
                <a:lnTo>
                  <a:pt x="187765" y="78885"/>
                </a:lnTo>
                <a:lnTo>
                  <a:pt x="202703" y="114917"/>
                </a:lnTo>
                <a:lnTo>
                  <a:pt x="203704" y="129004"/>
                </a:lnTo>
                <a:lnTo>
                  <a:pt x="272421" y="129004"/>
                </a:lnTo>
                <a:lnTo>
                  <a:pt x="271779" y="118434"/>
                </a:lnTo>
                <a:lnTo>
                  <a:pt x="265208" y="87096"/>
                </a:lnTo>
                <a:lnTo>
                  <a:pt x="254255" y="60532"/>
                </a:lnTo>
                <a:lnTo>
                  <a:pt x="252718" y="58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186893" y="4600921"/>
            <a:ext cx="252729" cy="309880"/>
          </a:xfrm>
          <a:custGeom>
            <a:avLst/>
            <a:gdLst/>
            <a:ahLst/>
            <a:cxnLst/>
            <a:rect l="l" t="t" r="r" b="b"/>
            <a:pathLst>
              <a:path w="252729" h="309879">
                <a:moveTo>
                  <a:pt x="252440" y="0"/>
                </a:moveTo>
                <a:lnTo>
                  <a:pt x="182174" y="0"/>
                </a:lnTo>
                <a:lnTo>
                  <a:pt x="182174" y="244914"/>
                </a:lnTo>
                <a:lnTo>
                  <a:pt x="177500" y="246038"/>
                </a:lnTo>
                <a:lnTo>
                  <a:pt x="170407" y="247037"/>
                </a:lnTo>
                <a:lnTo>
                  <a:pt x="147155" y="248683"/>
                </a:lnTo>
                <a:lnTo>
                  <a:pt x="134022" y="248972"/>
                </a:lnTo>
                <a:lnTo>
                  <a:pt x="117638" y="247672"/>
                </a:lnTo>
                <a:lnTo>
                  <a:pt x="84369" y="228125"/>
                </a:lnTo>
                <a:lnTo>
                  <a:pt x="71073" y="181230"/>
                </a:lnTo>
                <a:lnTo>
                  <a:pt x="70182" y="0"/>
                </a:lnTo>
                <a:lnTo>
                  <a:pt x="0" y="0"/>
                </a:lnTo>
                <a:lnTo>
                  <a:pt x="0" y="169641"/>
                </a:lnTo>
                <a:lnTo>
                  <a:pt x="3555" y="212881"/>
                </a:lnTo>
                <a:lnTo>
                  <a:pt x="14854" y="250049"/>
                </a:lnTo>
                <a:lnTo>
                  <a:pt x="44886" y="286896"/>
                </a:lnTo>
                <a:lnTo>
                  <a:pt x="80162" y="303891"/>
                </a:lnTo>
                <a:lnTo>
                  <a:pt x="128348" y="309763"/>
                </a:lnTo>
                <a:lnTo>
                  <a:pt x="147371" y="309422"/>
                </a:lnTo>
                <a:lnTo>
                  <a:pt x="199698" y="304270"/>
                </a:lnTo>
                <a:lnTo>
                  <a:pt x="241582" y="296169"/>
                </a:lnTo>
                <a:lnTo>
                  <a:pt x="252440" y="293535"/>
                </a:lnTo>
                <a:lnTo>
                  <a:pt x="2524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514272" y="4594561"/>
            <a:ext cx="254000" cy="309245"/>
          </a:xfrm>
          <a:custGeom>
            <a:avLst/>
            <a:gdLst/>
            <a:ahLst/>
            <a:cxnLst/>
            <a:rect l="l" t="t" r="r" b="b"/>
            <a:pathLst>
              <a:path w="254000" h="309245">
                <a:moveTo>
                  <a:pt x="124759" y="0"/>
                </a:moveTo>
                <a:lnTo>
                  <a:pt x="69486" y="2893"/>
                </a:lnTo>
                <a:lnTo>
                  <a:pt x="23345" y="10505"/>
                </a:lnTo>
                <a:lnTo>
                  <a:pt x="0" y="16223"/>
                </a:lnTo>
                <a:lnTo>
                  <a:pt x="0" y="309194"/>
                </a:lnTo>
                <a:lnTo>
                  <a:pt x="70182" y="309194"/>
                </a:lnTo>
                <a:lnTo>
                  <a:pt x="70182" y="64843"/>
                </a:lnTo>
                <a:lnTo>
                  <a:pt x="74855" y="64094"/>
                </a:lnTo>
                <a:lnTo>
                  <a:pt x="98824" y="61199"/>
                </a:lnTo>
                <a:lnTo>
                  <a:pt x="105878" y="60654"/>
                </a:lnTo>
                <a:lnTo>
                  <a:pt x="112776" y="60330"/>
                </a:lnTo>
                <a:lnTo>
                  <a:pt x="119502" y="60223"/>
                </a:lnTo>
                <a:lnTo>
                  <a:pt x="128169" y="60529"/>
                </a:lnTo>
                <a:lnTo>
                  <a:pt x="164899" y="73641"/>
                </a:lnTo>
                <a:lnTo>
                  <a:pt x="181546" y="117513"/>
                </a:lnTo>
                <a:lnTo>
                  <a:pt x="183342" y="309132"/>
                </a:lnTo>
                <a:lnTo>
                  <a:pt x="253608" y="309132"/>
                </a:lnTo>
                <a:lnTo>
                  <a:pt x="253608" y="138926"/>
                </a:lnTo>
                <a:lnTo>
                  <a:pt x="250193" y="95694"/>
                </a:lnTo>
                <a:lnTo>
                  <a:pt x="239244" y="58633"/>
                </a:lnTo>
                <a:lnTo>
                  <a:pt x="209327" y="22270"/>
                </a:lnTo>
                <a:lnTo>
                  <a:pt x="173660" y="5685"/>
                </a:lnTo>
                <a:lnTo>
                  <a:pt x="142583" y="631"/>
                </a:lnTo>
                <a:lnTo>
                  <a:pt x="1247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960069" y="4594561"/>
            <a:ext cx="254000" cy="309245"/>
          </a:xfrm>
          <a:custGeom>
            <a:avLst/>
            <a:gdLst/>
            <a:ahLst/>
            <a:cxnLst/>
            <a:rect l="l" t="t" r="r" b="b"/>
            <a:pathLst>
              <a:path w="254000" h="309245">
                <a:moveTo>
                  <a:pt x="124759" y="0"/>
                </a:moveTo>
                <a:lnTo>
                  <a:pt x="69533" y="2893"/>
                </a:lnTo>
                <a:lnTo>
                  <a:pt x="23376" y="10505"/>
                </a:lnTo>
                <a:lnTo>
                  <a:pt x="0" y="16223"/>
                </a:lnTo>
                <a:lnTo>
                  <a:pt x="0" y="309194"/>
                </a:lnTo>
                <a:lnTo>
                  <a:pt x="70265" y="309194"/>
                </a:lnTo>
                <a:lnTo>
                  <a:pt x="70265" y="64843"/>
                </a:lnTo>
                <a:lnTo>
                  <a:pt x="74855" y="64094"/>
                </a:lnTo>
                <a:lnTo>
                  <a:pt x="98859" y="61199"/>
                </a:lnTo>
                <a:lnTo>
                  <a:pt x="105889" y="60654"/>
                </a:lnTo>
                <a:lnTo>
                  <a:pt x="112777" y="60330"/>
                </a:lnTo>
                <a:lnTo>
                  <a:pt x="119502" y="60223"/>
                </a:lnTo>
                <a:lnTo>
                  <a:pt x="128170" y="60529"/>
                </a:lnTo>
                <a:lnTo>
                  <a:pt x="164899" y="73641"/>
                </a:lnTo>
                <a:lnTo>
                  <a:pt x="181582" y="117513"/>
                </a:lnTo>
                <a:lnTo>
                  <a:pt x="183342" y="309132"/>
                </a:lnTo>
                <a:lnTo>
                  <a:pt x="253608" y="309132"/>
                </a:lnTo>
                <a:lnTo>
                  <a:pt x="253608" y="138926"/>
                </a:lnTo>
                <a:lnTo>
                  <a:pt x="250228" y="95694"/>
                </a:lnTo>
                <a:lnTo>
                  <a:pt x="239317" y="58633"/>
                </a:lnTo>
                <a:lnTo>
                  <a:pt x="209327" y="22270"/>
                </a:lnTo>
                <a:lnTo>
                  <a:pt x="173696" y="5685"/>
                </a:lnTo>
                <a:lnTo>
                  <a:pt x="142594" y="631"/>
                </a:lnTo>
                <a:lnTo>
                  <a:pt x="1247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281607" y="4600921"/>
            <a:ext cx="252729" cy="309880"/>
          </a:xfrm>
          <a:custGeom>
            <a:avLst/>
            <a:gdLst/>
            <a:ahLst/>
            <a:cxnLst/>
            <a:rect l="l" t="t" r="r" b="b"/>
            <a:pathLst>
              <a:path w="252729" h="309879">
                <a:moveTo>
                  <a:pt x="252440" y="0"/>
                </a:moveTo>
                <a:lnTo>
                  <a:pt x="182174" y="0"/>
                </a:lnTo>
                <a:lnTo>
                  <a:pt x="182174" y="244914"/>
                </a:lnTo>
                <a:lnTo>
                  <a:pt x="177500" y="246038"/>
                </a:lnTo>
                <a:lnTo>
                  <a:pt x="170407" y="247037"/>
                </a:lnTo>
                <a:lnTo>
                  <a:pt x="147155" y="248683"/>
                </a:lnTo>
                <a:lnTo>
                  <a:pt x="134022" y="248972"/>
                </a:lnTo>
                <a:lnTo>
                  <a:pt x="117638" y="247672"/>
                </a:lnTo>
                <a:lnTo>
                  <a:pt x="84369" y="228125"/>
                </a:lnTo>
                <a:lnTo>
                  <a:pt x="71073" y="181230"/>
                </a:lnTo>
                <a:lnTo>
                  <a:pt x="70182" y="0"/>
                </a:lnTo>
                <a:lnTo>
                  <a:pt x="0" y="0"/>
                </a:lnTo>
                <a:lnTo>
                  <a:pt x="0" y="169641"/>
                </a:lnTo>
                <a:lnTo>
                  <a:pt x="3555" y="212881"/>
                </a:lnTo>
                <a:lnTo>
                  <a:pt x="14854" y="250049"/>
                </a:lnTo>
                <a:lnTo>
                  <a:pt x="44855" y="286896"/>
                </a:lnTo>
                <a:lnTo>
                  <a:pt x="80162" y="303891"/>
                </a:lnTo>
                <a:lnTo>
                  <a:pt x="128348" y="309763"/>
                </a:lnTo>
                <a:lnTo>
                  <a:pt x="147371" y="309422"/>
                </a:lnTo>
                <a:lnTo>
                  <a:pt x="199698" y="304270"/>
                </a:lnTo>
                <a:lnTo>
                  <a:pt x="241582" y="296169"/>
                </a:lnTo>
                <a:lnTo>
                  <a:pt x="252440" y="293535"/>
                </a:lnTo>
                <a:lnTo>
                  <a:pt x="2524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592202" y="4593373"/>
            <a:ext cx="892810" cy="318770"/>
          </a:xfrm>
          <a:custGeom>
            <a:avLst/>
            <a:gdLst/>
            <a:ahLst/>
            <a:cxnLst/>
            <a:rect l="l" t="t" r="r" b="b"/>
            <a:pathLst>
              <a:path w="892809" h="318770">
                <a:moveTo>
                  <a:pt x="273977" y="154609"/>
                </a:moveTo>
                <a:lnTo>
                  <a:pt x="265214" y="87172"/>
                </a:lnTo>
                <a:lnTo>
                  <a:pt x="238925" y="38823"/>
                </a:lnTo>
                <a:lnTo>
                  <a:pt x="203708" y="13385"/>
                </a:lnTo>
                <a:lnTo>
                  <a:pt x="203708" y="129070"/>
                </a:lnTo>
                <a:lnTo>
                  <a:pt x="73101" y="129070"/>
                </a:lnTo>
                <a:lnTo>
                  <a:pt x="85115" y="90970"/>
                </a:lnTo>
                <a:lnTo>
                  <a:pt x="113169" y="64477"/>
                </a:lnTo>
                <a:lnTo>
                  <a:pt x="141617" y="58420"/>
                </a:lnTo>
                <a:lnTo>
                  <a:pt x="150202" y="58801"/>
                </a:lnTo>
                <a:lnTo>
                  <a:pt x="149529" y="58801"/>
                </a:lnTo>
                <a:lnTo>
                  <a:pt x="156273" y="59791"/>
                </a:lnTo>
                <a:lnTo>
                  <a:pt x="191427" y="83947"/>
                </a:lnTo>
                <a:lnTo>
                  <a:pt x="203454" y="121945"/>
                </a:lnTo>
                <a:lnTo>
                  <a:pt x="203708" y="129070"/>
                </a:lnTo>
                <a:lnTo>
                  <a:pt x="203708" y="13385"/>
                </a:lnTo>
                <a:lnTo>
                  <a:pt x="196913" y="9753"/>
                </a:lnTo>
                <a:lnTo>
                  <a:pt x="171119" y="2603"/>
                </a:lnTo>
                <a:lnTo>
                  <a:pt x="172034" y="2603"/>
                </a:lnTo>
                <a:lnTo>
                  <a:pt x="141122" y="76"/>
                </a:lnTo>
                <a:lnTo>
                  <a:pt x="127812" y="698"/>
                </a:lnTo>
                <a:lnTo>
                  <a:pt x="114693" y="2603"/>
                </a:lnTo>
                <a:lnTo>
                  <a:pt x="76428" y="15849"/>
                </a:lnTo>
                <a:lnTo>
                  <a:pt x="43561" y="40259"/>
                </a:lnTo>
                <a:lnTo>
                  <a:pt x="18453" y="75717"/>
                </a:lnTo>
                <a:lnTo>
                  <a:pt x="3149" y="121945"/>
                </a:lnTo>
                <a:lnTo>
                  <a:pt x="3060" y="122402"/>
                </a:lnTo>
                <a:lnTo>
                  <a:pt x="2959" y="122847"/>
                </a:lnTo>
                <a:lnTo>
                  <a:pt x="736" y="140982"/>
                </a:lnTo>
                <a:lnTo>
                  <a:pt x="0" y="160350"/>
                </a:lnTo>
                <a:lnTo>
                  <a:pt x="571" y="176822"/>
                </a:lnTo>
                <a:lnTo>
                  <a:pt x="9271" y="223189"/>
                </a:lnTo>
                <a:lnTo>
                  <a:pt x="28765" y="261950"/>
                </a:lnTo>
                <a:lnTo>
                  <a:pt x="59499" y="291833"/>
                </a:lnTo>
                <a:lnTo>
                  <a:pt x="101904" y="311213"/>
                </a:lnTo>
                <a:lnTo>
                  <a:pt x="156146" y="317881"/>
                </a:lnTo>
                <a:lnTo>
                  <a:pt x="161391" y="317881"/>
                </a:lnTo>
                <a:lnTo>
                  <a:pt x="201498" y="314159"/>
                </a:lnTo>
                <a:lnTo>
                  <a:pt x="245021" y="303834"/>
                </a:lnTo>
                <a:lnTo>
                  <a:pt x="254203" y="299897"/>
                </a:lnTo>
                <a:lnTo>
                  <a:pt x="247281" y="257086"/>
                </a:lnTo>
                <a:lnTo>
                  <a:pt x="244932" y="242608"/>
                </a:lnTo>
                <a:lnTo>
                  <a:pt x="238340" y="245198"/>
                </a:lnTo>
                <a:lnTo>
                  <a:pt x="230568" y="247700"/>
                </a:lnTo>
                <a:lnTo>
                  <a:pt x="189331" y="255930"/>
                </a:lnTo>
                <a:lnTo>
                  <a:pt x="164909" y="257086"/>
                </a:lnTo>
                <a:lnTo>
                  <a:pt x="145859" y="255930"/>
                </a:lnTo>
                <a:lnTo>
                  <a:pt x="144830" y="255930"/>
                </a:lnTo>
                <a:lnTo>
                  <a:pt x="98399" y="237121"/>
                </a:lnTo>
                <a:lnTo>
                  <a:pt x="75298" y="197904"/>
                </a:lnTo>
                <a:lnTo>
                  <a:pt x="72605" y="180695"/>
                </a:lnTo>
                <a:lnTo>
                  <a:pt x="272808" y="180695"/>
                </a:lnTo>
                <a:lnTo>
                  <a:pt x="273189" y="177088"/>
                </a:lnTo>
                <a:lnTo>
                  <a:pt x="273227" y="176822"/>
                </a:lnTo>
                <a:lnTo>
                  <a:pt x="273723" y="167652"/>
                </a:lnTo>
                <a:lnTo>
                  <a:pt x="273888" y="162775"/>
                </a:lnTo>
                <a:lnTo>
                  <a:pt x="273977" y="154609"/>
                </a:lnTo>
                <a:close/>
              </a:path>
              <a:path w="892809" h="318770">
                <a:moveTo>
                  <a:pt x="587336" y="7493"/>
                </a:moveTo>
                <a:lnTo>
                  <a:pt x="514819" y="7493"/>
                </a:lnTo>
                <a:lnTo>
                  <a:pt x="511467" y="20497"/>
                </a:lnTo>
                <a:lnTo>
                  <a:pt x="507822" y="33947"/>
                </a:lnTo>
                <a:lnTo>
                  <a:pt x="495198" y="76847"/>
                </a:lnTo>
                <a:lnTo>
                  <a:pt x="481266" y="120713"/>
                </a:lnTo>
                <a:lnTo>
                  <a:pt x="466750" y="163576"/>
                </a:lnTo>
                <a:lnTo>
                  <a:pt x="452170" y="203581"/>
                </a:lnTo>
                <a:lnTo>
                  <a:pt x="443128" y="226936"/>
                </a:lnTo>
                <a:lnTo>
                  <a:pt x="438670" y="215595"/>
                </a:lnTo>
                <a:lnTo>
                  <a:pt x="424192" y="177444"/>
                </a:lnTo>
                <a:lnTo>
                  <a:pt x="409181" y="135216"/>
                </a:lnTo>
                <a:lnTo>
                  <a:pt x="394995" y="91478"/>
                </a:lnTo>
                <a:lnTo>
                  <a:pt x="382193" y="47853"/>
                </a:lnTo>
                <a:lnTo>
                  <a:pt x="371449" y="7493"/>
                </a:lnTo>
                <a:lnTo>
                  <a:pt x="296506" y="7493"/>
                </a:lnTo>
                <a:lnTo>
                  <a:pt x="309384" y="51079"/>
                </a:lnTo>
                <a:lnTo>
                  <a:pt x="322973" y="93256"/>
                </a:lnTo>
                <a:lnTo>
                  <a:pt x="337261" y="134023"/>
                </a:lnTo>
                <a:lnTo>
                  <a:pt x="352247" y="173393"/>
                </a:lnTo>
                <a:lnTo>
                  <a:pt x="367449" y="210947"/>
                </a:lnTo>
                <a:lnTo>
                  <a:pt x="382473" y="246278"/>
                </a:lnTo>
                <a:lnTo>
                  <a:pt x="412000" y="310324"/>
                </a:lnTo>
                <a:lnTo>
                  <a:pt x="471919" y="310324"/>
                </a:lnTo>
                <a:lnTo>
                  <a:pt x="486600" y="279412"/>
                </a:lnTo>
                <a:lnTo>
                  <a:pt x="501459" y="246278"/>
                </a:lnTo>
                <a:lnTo>
                  <a:pt x="509676" y="226936"/>
                </a:lnTo>
                <a:lnTo>
                  <a:pt x="516483" y="210947"/>
                </a:lnTo>
                <a:lnTo>
                  <a:pt x="531672" y="173393"/>
                </a:lnTo>
                <a:lnTo>
                  <a:pt x="546608" y="134023"/>
                </a:lnTo>
                <a:lnTo>
                  <a:pt x="560882" y="93256"/>
                </a:lnTo>
                <a:lnTo>
                  <a:pt x="574459" y="51079"/>
                </a:lnTo>
                <a:lnTo>
                  <a:pt x="587336" y="7493"/>
                </a:lnTo>
                <a:close/>
              </a:path>
              <a:path w="892809" h="318770">
                <a:moveTo>
                  <a:pt x="892187" y="158661"/>
                </a:moveTo>
                <a:lnTo>
                  <a:pt x="886167" y="108559"/>
                </a:lnTo>
                <a:lnTo>
                  <a:pt x="868616" y="66395"/>
                </a:lnTo>
                <a:lnTo>
                  <a:pt x="864882" y="60794"/>
                </a:lnTo>
                <a:lnTo>
                  <a:pt x="860628" y="54406"/>
                </a:lnTo>
                <a:lnTo>
                  <a:pt x="851547" y="43446"/>
                </a:lnTo>
                <a:lnTo>
                  <a:pt x="841438" y="33616"/>
                </a:lnTo>
                <a:lnTo>
                  <a:pt x="830402" y="24993"/>
                </a:lnTo>
                <a:lnTo>
                  <a:pt x="820166" y="18656"/>
                </a:lnTo>
                <a:lnTo>
                  <a:pt x="820166" y="158661"/>
                </a:lnTo>
                <a:lnTo>
                  <a:pt x="818959" y="180187"/>
                </a:lnTo>
                <a:lnTo>
                  <a:pt x="800722" y="231063"/>
                </a:lnTo>
                <a:lnTo>
                  <a:pt x="762914" y="256044"/>
                </a:lnTo>
                <a:lnTo>
                  <a:pt x="746480" y="257708"/>
                </a:lnTo>
                <a:lnTo>
                  <a:pt x="730034" y="256044"/>
                </a:lnTo>
                <a:lnTo>
                  <a:pt x="692238" y="231063"/>
                </a:lnTo>
                <a:lnTo>
                  <a:pt x="674027" y="180352"/>
                </a:lnTo>
                <a:lnTo>
                  <a:pt x="672795" y="158661"/>
                </a:lnTo>
                <a:lnTo>
                  <a:pt x="674001" y="137261"/>
                </a:lnTo>
                <a:lnTo>
                  <a:pt x="692238" y="87134"/>
                </a:lnTo>
                <a:lnTo>
                  <a:pt x="730034" y="62445"/>
                </a:lnTo>
                <a:lnTo>
                  <a:pt x="746480" y="60794"/>
                </a:lnTo>
                <a:lnTo>
                  <a:pt x="762914" y="62445"/>
                </a:lnTo>
                <a:lnTo>
                  <a:pt x="800722" y="87134"/>
                </a:lnTo>
                <a:lnTo>
                  <a:pt x="818946" y="137261"/>
                </a:lnTo>
                <a:lnTo>
                  <a:pt x="820166" y="158661"/>
                </a:lnTo>
                <a:lnTo>
                  <a:pt x="820166" y="18656"/>
                </a:lnTo>
                <a:lnTo>
                  <a:pt x="777113" y="2819"/>
                </a:lnTo>
                <a:lnTo>
                  <a:pt x="746391" y="0"/>
                </a:lnTo>
                <a:lnTo>
                  <a:pt x="730758" y="711"/>
                </a:lnTo>
                <a:lnTo>
                  <a:pt x="687806" y="11303"/>
                </a:lnTo>
                <a:lnTo>
                  <a:pt x="651776" y="33616"/>
                </a:lnTo>
                <a:lnTo>
                  <a:pt x="624344" y="66395"/>
                </a:lnTo>
                <a:lnTo>
                  <a:pt x="606742" y="108559"/>
                </a:lnTo>
                <a:lnTo>
                  <a:pt x="600684" y="158661"/>
                </a:lnTo>
                <a:lnTo>
                  <a:pt x="601357" y="176199"/>
                </a:lnTo>
                <a:lnTo>
                  <a:pt x="611454" y="224066"/>
                </a:lnTo>
                <a:lnTo>
                  <a:pt x="632320" y="263461"/>
                </a:lnTo>
                <a:lnTo>
                  <a:pt x="662368" y="292989"/>
                </a:lnTo>
                <a:lnTo>
                  <a:pt x="700925" y="311975"/>
                </a:lnTo>
                <a:lnTo>
                  <a:pt x="746391" y="318503"/>
                </a:lnTo>
                <a:lnTo>
                  <a:pt x="762317" y="317779"/>
                </a:lnTo>
                <a:lnTo>
                  <a:pt x="805891" y="306895"/>
                </a:lnTo>
                <a:lnTo>
                  <a:pt x="842048" y="284289"/>
                </a:lnTo>
                <a:lnTo>
                  <a:pt x="864933" y="257708"/>
                </a:lnTo>
                <a:lnTo>
                  <a:pt x="869086" y="251409"/>
                </a:lnTo>
                <a:lnTo>
                  <a:pt x="886269" y="208915"/>
                </a:lnTo>
                <a:lnTo>
                  <a:pt x="891527" y="176199"/>
                </a:lnTo>
                <a:lnTo>
                  <a:pt x="892187" y="1586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663143" y="4594562"/>
            <a:ext cx="416559" cy="309245"/>
          </a:xfrm>
          <a:custGeom>
            <a:avLst/>
            <a:gdLst/>
            <a:ahLst/>
            <a:cxnLst/>
            <a:rect l="l" t="t" r="r" b="b"/>
            <a:pathLst>
              <a:path w="416559" h="309245">
                <a:moveTo>
                  <a:pt x="299005" y="0"/>
                </a:moveTo>
                <a:lnTo>
                  <a:pt x="258125" y="6135"/>
                </a:lnTo>
                <a:lnTo>
                  <a:pt x="216889" y="23148"/>
                </a:lnTo>
                <a:lnTo>
                  <a:pt x="207209" y="29516"/>
                </a:lnTo>
                <a:lnTo>
                  <a:pt x="200140" y="23199"/>
                </a:lnTo>
                <a:lnTo>
                  <a:pt x="163181" y="4551"/>
                </a:lnTo>
                <a:lnTo>
                  <a:pt x="122506" y="0"/>
                </a:lnTo>
                <a:lnTo>
                  <a:pt x="104453" y="317"/>
                </a:lnTo>
                <a:lnTo>
                  <a:pt x="53158" y="5177"/>
                </a:lnTo>
                <a:lnTo>
                  <a:pt x="10922" y="13297"/>
                </a:lnTo>
                <a:lnTo>
                  <a:pt x="0" y="16165"/>
                </a:lnTo>
                <a:lnTo>
                  <a:pt x="0" y="309132"/>
                </a:lnTo>
                <a:lnTo>
                  <a:pt x="70182" y="309132"/>
                </a:lnTo>
                <a:lnTo>
                  <a:pt x="70182" y="64785"/>
                </a:lnTo>
                <a:lnTo>
                  <a:pt x="74855" y="64035"/>
                </a:lnTo>
                <a:lnTo>
                  <a:pt x="97935" y="61138"/>
                </a:lnTo>
                <a:lnTo>
                  <a:pt x="104460" y="60593"/>
                </a:lnTo>
                <a:lnTo>
                  <a:pt x="110703" y="60271"/>
                </a:lnTo>
                <a:lnTo>
                  <a:pt x="116664" y="60165"/>
                </a:lnTo>
                <a:lnTo>
                  <a:pt x="131640" y="61487"/>
                </a:lnTo>
                <a:lnTo>
                  <a:pt x="166221" y="93541"/>
                </a:lnTo>
                <a:lnTo>
                  <a:pt x="172911" y="149913"/>
                </a:lnTo>
                <a:lnTo>
                  <a:pt x="173161" y="149980"/>
                </a:lnTo>
                <a:lnTo>
                  <a:pt x="173161" y="309194"/>
                </a:lnTo>
                <a:lnTo>
                  <a:pt x="243343" y="309194"/>
                </a:lnTo>
                <a:lnTo>
                  <a:pt x="243343" y="141864"/>
                </a:lnTo>
                <a:lnTo>
                  <a:pt x="240528" y="99104"/>
                </a:lnTo>
                <a:lnTo>
                  <a:pt x="235165" y="76388"/>
                </a:lnTo>
                <a:lnTo>
                  <a:pt x="240256" y="72892"/>
                </a:lnTo>
                <a:lnTo>
                  <a:pt x="281464" y="60505"/>
                </a:lnTo>
                <a:lnTo>
                  <a:pt x="289742" y="60165"/>
                </a:lnTo>
                <a:lnTo>
                  <a:pt x="304934" y="61487"/>
                </a:lnTo>
                <a:lnTo>
                  <a:pt x="339511" y="93541"/>
                </a:lnTo>
                <a:lnTo>
                  <a:pt x="345989" y="149913"/>
                </a:lnTo>
                <a:lnTo>
                  <a:pt x="345989" y="309132"/>
                </a:lnTo>
                <a:lnTo>
                  <a:pt x="416254" y="309132"/>
                </a:lnTo>
                <a:lnTo>
                  <a:pt x="416254" y="138926"/>
                </a:lnTo>
                <a:lnTo>
                  <a:pt x="413473" y="95694"/>
                </a:lnTo>
                <a:lnTo>
                  <a:pt x="404321" y="58633"/>
                </a:lnTo>
                <a:lnTo>
                  <a:pt x="377794" y="22270"/>
                </a:lnTo>
                <a:lnTo>
                  <a:pt x="331301" y="2527"/>
                </a:lnTo>
                <a:lnTo>
                  <a:pt x="315936" y="631"/>
                </a:lnTo>
                <a:lnTo>
                  <a:pt x="29900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147160" y="4600921"/>
            <a:ext cx="252729" cy="309880"/>
          </a:xfrm>
          <a:custGeom>
            <a:avLst/>
            <a:gdLst/>
            <a:ahLst/>
            <a:cxnLst/>
            <a:rect l="l" t="t" r="r" b="b"/>
            <a:pathLst>
              <a:path w="252729" h="309879">
                <a:moveTo>
                  <a:pt x="252440" y="0"/>
                </a:moveTo>
                <a:lnTo>
                  <a:pt x="182257" y="0"/>
                </a:lnTo>
                <a:lnTo>
                  <a:pt x="182257" y="244914"/>
                </a:lnTo>
                <a:lnTo>
                  <a:pt x="177584" y="246038"/>
                </a:lnTo>
                <a:lnTo>
                  <a:pt x="170490" y="247037"/>
                </a:lnTo>
                <a:lnTo>
                  <a:pt x="147239" y="248683"/>
                </a:lnTo>
                <a:lnTo>
                  <a:pt x="134106" y="248972"/>
                </a:lnTo>
                <a:lnTo>
                  <a:pt x="117710" y="247672"/>
                </a:lnTo>
                <a:lnTo>
                  <a:pt x="84452" y="228125"/>
                </a:lnTo>
                <a:lnTo>
                  <a:pt x="71156" y="181230"/>
                </a:lnTo>
                <a:lnTo>
                  <a:pt x="70265" y="0"/>
                </a:lnTo>
                <a:lnTo>
                  <a:pt x="0" y="0"/>
                </a:lnTo>
                <a:lnTo>
                  <a:pt x="0" y="169641"/>
                </a:lnTo>
                <a:lnTo>
                  <a:pt x="3626" y="212881"/>
                </a:lnTo>
                <a:lnTo>
                  <a:pt x="14927" y="250049"/>
                </a:lnTo>
                <a:lnTo>
                  <a:pt x="44917" y="286896"/>
                </a:lnTo>
                <a:lnTo>
                  <a:pt x="80174" y="303891"/>
                </a:lnTo>
                <a:lnTo>
                  <a:pt x="128348" y="309763"/>
                </a:lnTo>
                <a:lnTo>
                  <a:pt x="147407" y="309422"/>
                </a:lnTo>
                <a:lnTo>
                  <a:pt x="199782" y="304270"/>
                </a:lnTo>
                <a:lnTo>
                  <a:pt x="241654" y="296169"/>
                </a:lnTo>
                <a:lnTo>
                  <a:pt x="252607" y="293535"/>
                </a:lnTo>
                <a:lnTo>
                  <a:pt x="252440" y="293535"/>
                </a:lnTo>
                <a:lnTo>
                  <a:pt x="2524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474540" y="4594562"/>
            <a:ext cx="254000" cy="309245"/>
          </a:xfrm>
          <a:custGeom>
            <a:avLst/>
            <a:gdLst/>
            <a:ahLst/>
            <a:cxnLst/>
            <a:rect l="l" t="t" r="r" b="b"/>
            <a:pathLst>
              <a:path w="254000" h="309245">
                <a:moveTo>
                  <a:pt x="124843" y="0"/>
                </a:moveTo>
                <a:lnTo>
                  <a:pt x="69534" y="2893"/>
                </a:lnTo>
                <a:lnTo>
                  <a:pt x="23376" y="10505"/>
                </a:lnTo>
                <a:lnTo>
                  <a:pt x="0" y="16223"/>
                </a:lnTo>
                <a:lnTo>
                  <a:pt x="0" y="309194"/>
                </a:lnTo>
                <a:lnTo>
                  <a:pt x="70265" y="309194"/>
                </a:lnTo>
                <a:lnTo>
                  <a:pt x="70265" y="64843"/>
                </a:lnTo>
                <a:lnTo>
                  <a:pt x="74855" y="64094"/>
                </a:lnTo>
                <a:lnTo>
                  <a:pt x="98861" y="61199"/>
                </a:lnTo>
                <a:lnTo>
                  <a:pt x="105899" y="60654"/>
                </a:lnTo>
                <a:lnTo>
                  <a:pt x="112813" y="60330"/>
                </a:lnTo>
                <a:lnTo>
                  <a:pt x="119585" y="60223"/>
                </a:lnTo>
                <a:lnTo>
                  <a:pt x="128241" y="60529"/>
                </a:lnTo>
                <a:lnTo>
                  <a:pt x="164899" y="73641"/>
                </a:lnTo>
                <a:lnTo>
                  <a:pt x="181582" y="117513"/>
                </a:lnTo>
                <a:lnTo>
                  <a:pt x="183342" y="309132"/>
                </a:lnTo>
                <a:lnTo>
                  <a:pt x="253608" y="309132"/>
                </a:lnTo>
                <a:lnTo>
                  <a:pt x="253608" y="138926"/>
                </a:lnTo>
                <a:lnTo>
                  <a:pt x="250228" y="95694"/>
                </a:lnTo>
                <a:lnTo>
                  <a:pt x="239317" y="58633"/>
                </a:lnTo>
                <a:lnTo>
                  <a:pt x="209389" y="22270"/>
                </a:lnTo>
                <a:lnTo>
                  <a:pt x="173709" y="5685"/>
                </a:lnTo>
                <a:lnTo>
                  <a:pt x="142665" y="631"/>
                </a:lnTo>
                <a:lnTo>
                  <a:pt x="1248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782725" y="4454378"/>
            <a:ext cx="273685" cy="457200"/>
          </a:xfrm>
          <a:custGeom>
            <a:avLst/>
            <a:gdLst/>
            <a:ahLst/>
            <a:cxnLst/>
            <a:rect l="l" t="t" r="r" b="b"/>
            <a:pathLst>
              <a:path w="273684" h="457200">
                <a:moveTo>
                  <a:pt x="135274" y="140116"/>
                </a:moveTo>
                <a:lnTo>
                  <a:pt x="119483" y="140819"/>
                </a:lnTo>
                <a:lnTo>
                  <a:pt x="103910" y="143038"/>
                </a:lnTo>
                <a:lnTo>
                  <a:pt x="104234" y="143038"/>
                </a:lnTo>
                <a:lnTo>
                  <a:pt x="90750" y="146462"/>
                </a:lnTo>
                <a:lnTo>
                  <a:pt x="54744" y="165100"/>
                </a:lnTo>
                <a:lnTo>
                  <a:pt x="27284" y="194485"/>
                </a:lnTo>
                <a:lnTo>
                  <a:pt x="9012" y="233611"/>
                </a:lnTo>
                <a:lnTo>
                  <a:pt x="563" y="281068"/>
                </a:lnTo>
                <a:lnTo>
                  <a:pt x="0" y="298770"/>
                </a:lnTo>
                <a:lnTo>
                  <a:pt x="672" y="316572"/>
                </a:lnTo>
                <a:lnTo>
                  <a:pt x="10765" y="364496"/>
                </a:lnTo>
                <a:lnTo>
                  <a:pt x="23735" y="391396"/>
                </a:lnTo>
                <a:lnTo>
                  <a:pt x="23846" y="391598"/>
                </a:lnTo>
                <a:lnTo>
                  <a:pt x="52138" y="424002"/>
                </a:lnTo>
                <a:lnTo>
                  <a:pt x="90043" y="445882"/>
                </a:lnTo>
                <a:lnTo>
                  <a:pt x="137313" y="456178"/>
                </a:lnTo>
                <a:lnTo>
                  <a:pt x="154551" y="456867"/>
                </a:lnTo>
                <a:lnTo>
                  <a:pt x="171749" y="456549"/>
                </a:lnTo>
                <a:lnTo>
                  <a:pt x="220978" y="451687"/>
                </a:lnTo>
                <a:lnTo>
                  <a:pt x="262392" y="443191"/>
                </a:lnTo>
                <a:lnTo>
                  <a:pt x="273553" y="440078"/>
                </a:lnTo>
                <a:lnTo>
                  <a:pt x="273469" y="396014"/>
                </a:lnTo>
                <a:lnTo>
                  <a:pt x="155052" y="396014"/>
                </a:lnTo>
                <a:lnTo>
                  <a:pt x="136685" y="394373"/>
                </a:lnTo>
                <a:lnTo>
                  <a:pt x="94133" y="369674"/>
                </a:lnTo>
                <a:lnTo>
                  <a:pt x="73478" y="318943"/>
                </a:lnTo>
                <a:lnTo>
                  <a:pt x="72211" y="298770"/>
                </a:lnTo>
                <a:lnTo>
                  <a:pt x="72101" y="297022"/>
                </a:lnTo>
                <a:lnTo>
                  <a:pt x="76535" y="257064"/>
                </a:lnTo>
                <a:lnTo>
                  <a:pt x="99915" y="214988"/>
                </a:lnTo>
                <a:lnTo>
                  <a:pt x="145789" y="200348"/>
                </a:lnTo>
                <a:lnTo>
                  <a:pt x="273469" y="200348"/>
                </a:lnTo>
                <a:lnTo>
                  <a:pt x="273469" y="156906"/>
                </a:lnTo>
                <a:lnTo>
                  <a:pt x="203203" y="156906"/>
                </a:lnTo>
                <a:lnTo>
                  <a:pt x="196788" y="153767"/>
                </a:lnTo>
                <a:lnTo>
                  <a:pt x="189809" y="150797"/>
                </a:lnTo>
                <a:lnTo>
                  <a:pt x="145962" y="140443"/>
                </a:lnTo>
                <a:lnTo>
                  <a:pt x="135274" y="140116"/>
                </a:lnTo>
                <a:close/>
              </a:path>
              <a:path w="273684" h="457200">
                <a:moveTo>
                  <a:pt x="273469" y="200348"/>
                </a:moveTo>
                <a:lnTo>
                  <a:pt x="145789" y="200348"/>
                </a:lnTo>
                <a:lnTo>
                  <a:pt x="154363" y="200688"/>
                </a:lnTo>
                <a:lnTo>
                  <a:pt x="162688" y="201712"/>
                </a:lnTo>
                <a:lnTo>
                  <a:pt x="203287" y="217695"/>
                </a:lnTo>
                <a:lnTo>
                  <a:pt x="203287" y="391396"/>
                </a:lnTo>
                <a:lnTo>
                  <a:pt x="198196" y="392581"/>
                </a:lnTo>
                <a:lnTo>
                  <a:pt x="160646" y="396014"/>
                </a:lnTo>
                <a:lnTo>
                  <a:pt x="273469" y="396014"/>
                </a:lnTo>
                <a:lnTo>
                  <a:pt x="273469" y="200348"/>
                </a:lnTo>
                <a:close/>
              </a:path>
              <a:path w="273684" h="457200">
                <a:moveTo>
                  <a:pt x="273469" y="0"/>
                </a:moveTo>
                <a:lnTo>
                  <a:pt x="203203" y="11545"/>
                </a:lnTo>
                <a:lnTo>
                  <a:pt x="203203" y="156906"/>
                </a:lnTo>
                <a:lnTo>
                  <a:pt x="273469" y="156906"/>
                </a:lnTo>
                <a:lnTo>
                  <a:pt x="2734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3" name="object 63"/>
          <p:cNvGrpSpPr/>
          <p:nvPr/>
        </p:nvGrpSpPr>
        <p:grpSpPr>
          <a:xfrm>
            <a:off x="9114194" y="4593371"/>
            <a:ext cx="428625" cy="318770"/>
            <a:chOff x="9114194" y="4593371"/>
            <a:chExt cx="428625" cy="318770"/>
          </a:xfrm>
        </p:grpSpPr>
        <p:sp>
          <p:nvSpPr>
            <p:cNvPr id="64" name="object 64"/>
            <p:cNvSpPr/>
            <p:nvPr/>
          </p:nvSpPr>
          <p:spPr>
            <a:xfrm>
              <a:off x="9114194" y="4593371"/>
              <a:ext cx="292100" cy="318770"/>
            </a:xfrm>
            <a:custGeom>
              <a:avLst/>
              <a:gdLst/>
              <a:ahLst/>
              <a:cxnLst/>
              <a:rect l="l" t="t" r="r" b="b"/>
              <a:pathLst>
                <a:path w="292100" h="318770">
                  <a:moveTo>
                    <a:pt x="145705" y="0"/>
                  </a:moveTo>
                  <a:lnTo>
                    <a:pt x="100783" y="6345"/>
                  </a:lnTo>
                  <a:lnTo>
                    <a:pt x="62192" y="24984"/>
                  </a:lnTo>
                  <a:lnTo>
                    <a:pt x="31705" y="54396"/>
                  </a:lnTo>
                  <a:lnTo>
                    <a:pt x="10765" y="93494"/>
                  </a:lnTo>
                  <a:lnTo>
                    <a:pt x="672" y="141138"/>
                  </a:lnTo>
                  <a:lnTo>
                    <a:pt x="0" y="158654"/>
                  </a:lnTo>
                  <a:lnTo>
                    <a:pt x="672" y="176196"/>
                  </a:lnTo>
                  <a:lnTo>
                    <a:pt x="10765" y="224063"/>
                  </a:lnTo>
                  <a:lnTo>
                    <a:pt x="31595" y="263457"/>
                  </a:lnTo>
                  <a:lnTo>
                    <a:pt x="61680" y="292979"/>
                  </a:lnTo>
                  <a:lnTo>
                    <a:pt x="100243" y="311968"/>
                  </a:lnTo>
                  <a:lnTo>
                    <a:pt x="145705" y="318498"/>
                  </a:lnTo>
                  <a:lnTo>
                    <a:pt x="161621" y="317773"/>
                  </a:lnTo>
                  <a:lnTo>
                    <a:pt x="205206" y="306889"/>
                  </a:lnTo>
                  <a:lnTo>
                    <a:pt x="241363" y="284289"/>
                  </a:lnTo>
                  <a:lnTo>
                    <a:pt x="264251" y="257708"/>
                  </a:lnTo>
                  <a:lnTo>
                    <a:pt x="145789" y="257708"/>
                  </a:lnTo>
                  <a:lnTo>
                    <a:pt x="129345" y="256045"/>
                  </a:lnTo>
                  <a:lnTo>
                    <a:pt x="91546" y="231055"/>
                  </a:lnTo>
                  <a:lnTo>
                    <a:pt x="73340" y="180351"/>
                  </a:lnTo>
                  <a:lnTo>
                    <a:pt x="72101" y="158654"/>
                  </a:lnTo>
                  <a:lnTo>
                    <a:pt x="73319" y="137262"/>
                  </a:lnTo>
                  <a:lnTo>
                    <a:pt x="91546" y="87134"/>
                  </a:lnTo>
                  <a:lnTo>
                    <a:pt x="129345" y="62439"/>
                  </a:lnTo>
                  <a:lnTo>
                    <a:pt x="145789" y="60789"/>
                  </a:lnTo>
                  <a:lnTo>
                    <a:pt x="264192" y="60789"/>
                  </a:lnTo>
                  <a:lnTo>
                    <a:pt x="259935" y="54396"/>
                  </a:lnTo>
                  <a:lnTo>
                    <a:pt x="229720" y="24984"/>
                  </a:lnTo>
                  <a:lnTo>
                    <a:pt x="190875" y="6345"/>
                  </a:lnTo>
                  <a:lnTo>
                    <a:pt x="161367" y="703"/>
                  </a:lnTo>
                  <a:lnTo>
                    <a:pt x="145705" y="0"/>
                  </a:lnTo>
                  <a:close/>
                </a:path>
                <a:path w="292100" h="318770">
                  <a:moveTo>
                    <a:pt x="264192" y="60789"/>
                  </a:moveTo>
                  <a:lnTo>
                    <a:pt x="145789" y="60789"/>
                  </a:lnTo>
                  <a:lnTo>
                    <a:pt x="162233" y="62439"/>
                  </a:lnTo>
                  <a:lnTo>
                    <a:pt x="176760" y="67385"/>
                  </a:lnTo>
                  <a:lnTo>
                    <a:pt x="208527" y="101503"/>
                  </a:lnTo>
                  <a:lnTo>
                    <a:pt x="219476" y="158654"/>
                  </a:lnTo>
                  <a:lnTo>
                    <a:pt x="218267" y="180184"/>
                  </a:lnTo>
                  <a:lnTo>
                    <a:pt x="218257" y="180351"/>
                  </a:lnTo>
                  <a:lnTo>
                    <a:pt x="214636" y="199490"/>
                  </a:lnTo>
                  <a:lnTo>
                    <a:pt x="214605" y="199655"/>
                  </a:lnTo>
                  <a:lnTo>
                    <a:pt x="208527" y="216558"/>
                  </a:lnTo>
                  <a:lnTo>
                    <a:pt x="176760" y="251053"/>
                  </a:lnTo>
                  <a:lnTo>
                    <a:pt x="145789" y="257708"/>
                  </a:lnTo>
                  <a:lnTo>
                    <a:pt x="264251" y="257708"/>
                  </a:lnTo>
                  <a:lnTo>
                    <a:pt x="285580" y="208914"/>
                  </a:lnTo>
                  <a:lnTo>
                    <a:pt x="291495" y="158654"/>
                  </a:lnTo>
                  <a:lnTo>
                    <a:pt x="290823" y="141138"/>
                  </a:lnTo>
                  <a:lnTo>
                    <a:pt x="280730" y="93494"/>
                  </a:lnTo>
                  <a:lnTo>
                    <a:pt x="267920" y="66386"/>
                  </a:lnTo>
                  <a:lnTo>
                    <a:pt x="264192" y="60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49751" y="4819183"/>
              <a:ext cx="92881" cy="92063"/>
            </a:xfrm>
            <a:prstGeom prst="rect">
              <a:avLst/>
            </a:prstGeom>
          </p:spPr>
        </p:pic>
      </p:grpSp>
      <p:sp>
        <p:nvSpPr>
          <p:cNvPr id="66" name="object 66"/>
          <p:cNvSpPr/>
          <p:nvPr/>
        </p:nvSpPr>
        <p:spPr>
          <a:xfrm>
            <a:off x="2426804" y="1995080"/>
            <a:ext cx="516255" cy="407670"/>
          </a:xfrm>
          <a:custGeom>
            <a:avLst/>
            <a:gdLst/>
            <a:ahLst/>
            <a:cxnLst/>
            <a:rect l="l" t="t" r="r" b="b"/>
            <a:pathLst>
              <a:path w="516255" h="407669">
                <a:moveTo>
                  <a:pt x="254266" y="337388"/>
                </a:moveTo>
                <a:lnTo>
                  <a:pt x="73139" y="337388"/>
                </a:lnTo>
                <a:lnTo>
                  <a:pt x="73139" y="0"/>
                </a:lnTo>
                <a:lnTo>
                  <a:pt x="0" y="0"/>
                </a:lnTo>
                <a:lnTo>
                  <a:pt x="0" y="337388"/>
                </a:lnTo>
                <a:lnTo>
                  <a:pt x="0" y="400812"/>
                </a:lnTo>
                <a:lnTo>
                  <a:pt x="254266" y="400812"/>
                </a:lnTo>
                <a:lnTo>
                  <a:pt x="254266" y="337388"/>
                </a:lnTo>
                <a:close/>
              </a:path>
              <a:path w="516255" h="407669">
                <a:moveTo>
                  <a:pt x="516089" y="210134"/>
                </a:moveTo>
                <a:lnTo>
                  <a:pt x="515721" y="197104"/>
                </a:lnTo>
                <a:lnTo>
                  <a:pt x="514578" y="184607"/>
                </a:lnTo>
                <a:lnTo>
                  <a:pt x="512711" y="172758"/>
                </a:lnTo>
                <a:lnTo>
                  <a:pt x="510108" y="161531"/>
                </a:lnTo>
                <a:lnTo>
                  <a:pt x="510032" y="161188"/>
                </a:lnTo>
                <a:lnTo>
                  <a:pt x="506526" y="150672"/>
                </a:lnTo>
                <a:lnTo>
                  <a:pt x="506463" y="150482"/>
                </a:lnTo>
                <a:lnTo>
                  <a:pt x="506018" y="149542"/>
                </a:lnTo>
                <a:lnTo>
                  <a:pt x="481965" y="115900"/>
                </a:lnTo>
                <a:lnTo>
                  <a:pt x="439039" y="95123"/>
                </a:lnTo>
                <a:lnTo>
                  <a:pt x="393014" y="90271"/>
                </a:lnTo>
                <a:lnTo>
                  <a:pt x="393077" y="90525"/>
                </a:lnTo>
                <a:lnTo>
                  <a:pt x="378790" y="90817"/>
                </a:lnTo>
                <a:lnTo>
                  <a:pt x="338429" y="95123"/>
                </a:lnTo>
                <a:lnTo>
                  <a:pt x="299593" y="104343"/>
                </a:lnTo>
                <a:lnTo>
                  <a:pt x="308279" y="161112"/>
                </a:lnTo>
                <a:lnTo>
                  <a:pt x="315150" y="158826"/>
                </a:lnTo>
                <a:lnTo>
                  <a:pt x="322935" y="156718"/>
                </a:lnTo>
                <a:lnTo>
                  <a:pt x="331685" y="154762"/>
                </a:lnTo>
                <a:lnTo>
                  <a:pt x="341388" y="152946"/>
                </a:lnTo>
                <a:lnTo>
                  <a:pt x="351790" y="151472"/>
                </a:lnTo>
                <a:lnTo>
                  <a:pt x="361835" y="150482"/>
                </a:lnTo>
                <a:lnTo>
                  <a:pt x="361200" y="150482"/>
                </a:lnTo>
                <a:lnTo>
                  <a:pt x="372973" y="149821"/>
                </a:lnTo>
                <a:lnTo>
                  <a:pt x="370547" y="149821"/>
                </a:lnTo>
                <a:lnTo>
                  <a:pt x="386067" y="149542"/>
                </a:lnTo>
                <a:lnTo>
                  <a:pt x="423926" y="157200"/>
                </a:lnTo>
                <a:lnTo>
                  <a:pt x="435127" y="167182"/>
                </a:lnTo>
                <a:lnTo>
                  <a:pt x="439826" y="172631"/>
                </a:lnTo>
                <a:lnTo>
                  <a:pt x="448144" y="201650"/>
                </a:lnTo>
                <a:lnTo>
                  <a:pt x="448144" y="221284"/>
                </a:lnTo>
                <a:lnTo>
                  <a:pt x="448144" y="270319"/>
                </a:lnTo>
                <a:lnTo>
                  <a:pt x="448144" y="347903"/>
                </a:lnTo>
                <a:lnTo>
                  <a:pt x="438721" y="349427"/>
                </a:lnTo>
                <a:lnTo>
                  <a:pt x="427355" y="350520"/>
                </a:lnTo>
                <a:lnTo>
                  <a:pt x="414032" y="351180"/>
                </a:lnTo>
                <a:lnTo>
                  <a:pt x="398767" y="351396"/>
                </a:lnTo>
                <a:lnTo>
                  <a:pt x="356349" y="341820"/>
                </a:lnTo>
                <a:lnTo>
                  <a:pt x="340702" y="307441"/>
                </a:lnTo>
                <a:lnTo>
                  <a:pt x="340702" y="298958"/>
                </a:lnTo>
                <a:lnTo>
                  <a:pt x="368300" y="270154"/>
                </a:lnTo>
                <a:lnTo>
                  <a:pt x="399148" y="265074"/>
                </a:lnTo>
                <a:lnTo>
                  <a:pt x="415848" y="265074"/>
                </a:lnTo>
                <a:lnTo>
                  <a:pt x="423926" y="265658"/>
                </a:lnTo>
                <a:lnTo>
                  <a:pt x="438632" y="267982"/>
                </a:lnTo>
                <a:lnTo>
                  <a:pt x="444258" y="269151"/>
                </a:lnTo>
                <a:lnTo>
                  <a:pt x="448144" y="270319"/>
                </a:lnTo>
                <a:lnTo>
                  <a:pt x="448144" y="221284"/>
                </a:lnTo>
                <a:lnTo>
                  <a:pt x="404215" y="214884"/>
                </a:lnTo>
                <a:lnTo>
                  <a:pt x="396455" y="214884"/>
                </a:lnTo>
                <a:lnTo>
                  <a:pt x="348589" y="219875"/>
                </a:lnTo>
                <a:lnTo>
                  <a:pt x="308229" y="236029"/>
                </a:lnTo>
                <a:lnTo>
                  <a:pt x="280746" y="265074"/>
                </a:lnTo>
                <a:lnTo>
                  <a:pt x="280631" y="265239"/>
                </a:lnTo>
                <a:lnTo>
                  <a:pt x="270586" y="307441"/>
                </a:lnTo>
                <a:lnTo>
                  <a:pt x="270497" y="309270"/>
                </a:lnTo>
                <a:lnTo>
                  <a:pt x="271056" y="322338"/>
                </a:lnTo>
                <a:lnTo>
                  <a:pt x="284454" y="363855"/>
                </a:lnTo>
                <a:lnTo>
                  <a:pt x="312877" y="390512"/>
                </a:lnTo>
                <a:lnTo>
                  <a:pt x="354685" y="404164"/>
                </a:lnTo>
                <a:lnTo>
                  <a:pt x="367347" y="405841"/>
                </a:lnTo>
                <a:lnTo>
                  <a:pt x="367690" y="405841"/>
                </a:lnTo>
                <a:lnTo>
                  <a:pt x="379857" y="406768"/>
                </a:lnTo>
                <a:lnTo>
                  <a:pt x="393014" y="407085"/>
                </a:lnTo>
                <a:lnTo>
                  <a:pt x="413092" y="406768"/>
                </a:lnTo>
                <a:lnTo>
                  <a:pt x="432117" y="405841"/>
                </a:lnTo>
                <a:lnTo>
                  <a:pt x="495693" y="397560"/>
                </a:lnTo>
                <a:lnTo>
                  <a:pt x="516089" y="393763"/>
                </a:lnTo>
                <a:lnTo>
                  <a:pt x="516089" y="351396"/>
                </a:lnTo>
                <a:lnTo>
                  <a:pt x="516089" y="265074"/>
                </a:lnTo>
                <a:lnTo>
                  <a:pt x="516089" y="221284"/>
                </a:lnTo>
                <a:lnTo>
                  <a:pt x="516089" y="2101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118167" y="2085263"/>
            <a:ext cx="500380" cy="318135"/>
          </a:xfrm>
          <a:custGeom>
            <a:avLst/>
            <a:gdLst/>
            <a:ahLst/>
            <a:cxnLst/>
            <a:rect l="l" t="t" r="r" b="b"/>
            <a:pathLst>
              <a:path w="500379" h="318135">
                <a:moveTo>
                  <a:pt x="236296" y="302831"/>
                </a:moveTo>
                <a:lnTo>
                  <a:pt x="226453" y="244894"/>
                </a:lnTo>
                <a:lnTo>
                  <a:pt x="219786" y="247396"/>
                </a:lnTo>
                <a:lnTo>
                  <a:pt x="212547" y="249656"/>
                </a:lnTo>
                <a:lnTo>
                  <a:pt x="169824" y="256832"/>
                </a:lnTo>
                <a:lnTo>
                  <a:pt x="160858" y="257048"/>
                </a:lnTo>
                <a:lnTo>
                  <a:pt x="138493" y="255397"/>
                </a:lnTo>
                <a:lnTo>
                  <a:pt x="92354" y="230657"/>
                </a:lnTo>
                <a:lnTo>
                  <a:pt x="73291" y="181063"/>
                </a:lnTo>
                <a:lnTo>
                  <a:pt x="72021" y="159156"/>
                </a:lnTo>
                <a:lnTo>
                  <a:pt x="73355" y="137058"/>
                </a:lnTo>
                <a:lnTo>
                  <a:pt x="93484" y="86487"/>
                </a:lnTo>
                <a:lnTo>
                  <a:pt x="136817" y="62382"/>
                </a:lnTo>
                <a:lnTo>
                  <a:pt x="156184" y="60769"/>
                </a:lnTo>
                <a:lnTo>
                  <a:pt x="164757" y="60985"/>
                </a:lnTo>
                <a:lnTo>
                  <a:pt x="203568" y="68122"/>
                </a:lnTo>
                <a:lnTo>
                  <a:pt x="216598" y="72923"/>
                </a:lnTo>
                <a:lnTo>
                  <a:pt x="231622" y="15659"/>
                </a:lnTo>
                <a:lnTo>
                  <a:pt x="212191" y="8788"/>
                </a:lnTo>
                <a:lnTo>
                  <a:pt x="192176" y="3898"/>
                </a:lnTo>
                <a:lnTo>
                  <a:pt x="171564" y="977"/>
                </a:lnTo>
                <a:lnTo>
                  <a:pt x="150342" y="0"/>
                </a:lnTo>
                <a:lnTo>
                  <a:pt x="133375" y="774"/>
                </a:lnTo>
                <a:lnTo>
                  <a:pt x="87655" y="12153"/>
                </a:lnTo>
                <a:lnTo>
                  <a:pt x="50596" y="35636"/>
                </a:lnTo>
                <a:lnTo>
                  <a:pt x="23126" y="69202"/>
                </a:lnTo>
                <a:lnTo>
                  <a:pt x="5880" y="111366"/>
                </a:lnTo>
                <a:lnTo>
                  <a:pt x="0" y="159321"/>
                </a:lnTo>
                <a:lnTo>
                  <a:pt x="63" y="159156"/>
                </a:lnTo>
                <a:lnTo>
                  <a:pt x="635" y="175958"/>
                </a:lnTo>
                <a:lnTo>
                  <a:pt x="9321" y="222592"/>
                </a:lnTo>
                <a:lnTo>
                  <a:pt x="28651" y="261886"/>
                </a:lnTo>
                <a:lnTo>
                  <a:pt x="58826" y="291807"/>
                </a:lnTo>
                <a:lnTo>
                  <a:pt x="100101" y="311175"/>
                </a:lnTo>
                <a:lnTo>
                  <a:pt x="152755" y="317817"/>
                </a:lnTo>
                <a:lnTo>
                  <a:pt x="165138" y="317525"/>
                </a:lnTo>
                <a:lnTo>
                  <a:pt x="212217" y="310845"/>
                </a:lnTo>
                <a:lnTo>
                  <a:pt x="229743" y="305638"/>
                </a:lnTo>
                <a:lnTo>
                  <a:pt x="236296" y="302831"/>
                </a:lnTo>
                <a:close/>
              </a:path>
              <a:path w="500379" h="318135">
                <a:moveTo>
                  <a:pt x="500341" y="119951"/>
                </a:moveTo>
                <a:lnTo>
                  <a:pt x="499960" y="106921"/>
                </a:lnTo>
                <a:lnTo>
                  <a:pt x="498817" y="94424"/>
                </a:lnTo>
                <a:lnTo>
                  <a:pt x="496938" y="82575"/>
                </a:lnTo>
                <a:lnTo>
                  <a:pt x="494322" y="71348"/>
                </a:lnTo>
                <a:lnTo>
                  <a:pt x="494245" y="71005"/>
                </a:lnTo>
                <a:lnTo>
                  <a:pt x="490740" y="60490"/>
                </a:lnTo>
                <a:lnTo>
                  <a:pt x="490677" y="60299"/>
                </a:lnTo>
                <a:lnTo>
                  <a:pt x="490232" y="59359"/>
                </a:lnTo>
                <a:lnTo>
                  <a:pt x="466229" y="25717"/>
                </a:lnTo>
                <a:lnTo>
                  <a:pt x="423278" y="4940"/>
                </a:lnTo>
                <a:lnTo>
                  <a:pt x="377240" y="88"/>
                </a:lnTo>
                <a:lnTo>
                  <a:pt x="377329" y="342"/>
                </a:lnTo>
                <a:lnTo>
                  <a:pt x="363029" y="635"/>
                </a:lnTo>
                <a:lnTo>
                  <a:pt x="322656" y="4940"/>
                </a:lnTo>
                <a:lnTo>
                  <a:pt x="283857" y="14160"/>
                </a:lnTo>
                <a:lnTo>
                  <a:pt x="292531" y="70929"/>
                </a:lnTo>
                <a:lnTo>
                  <a:pt x="299389" y="68643"/>
                </a:lnTo>
                <a:lnTo>
                  <a:pt x="307187" y="66535"/>
                </a:lnTo>
                <a:lnTo>
                  <a:pt x="315925" y="64579"/>
                </a:lnTo>
                <a:lnTo>
                  <a:pt x="325589" y="62763"/>
                </a:lnTo>
                <a:lnTo>
                  <a:pt x="335991" y="61290"/>
                </a:lnTo>
                <a:lnTo>
                  <a:pt x="346062" y="60299"/>
                </a:lnTo>
                <a:lnTo>
                  <a:pt x="345427" y="60299"/>
                </a:lnTo>
                <a:lnTo>
                  <a:pt x="357212" y="59639"/>
                </a:lnTo>
                <a:lnTo>
                  <a:pt x="354787" y="59639"/>
                </a:lnTo>
                <a:lnTo>
                  <a:pt x="370319" y="59359"/>
                </a:lnTo>
                <a:lnTo>
                  <a:pt x="408127" y="67017"/>
                </a:lnTo>
                <a:lnTo>
                  <a:pt x="431406" y="103720"/>
                </a:lnTo>
                <a:lnTo>
                  <a:pt x="432409" y="111467"/>
                </a:lnTo>
                <a:lnTo>
                  <a:pt x="432409" y="131102"/>
                </a:lnTo>
                <a:lnTo>
                  <a:pt x="432409" y="180136"/>
                </a:lnTo>
                <a:lnTo>
                  <a:pt x="432409" y="257721"/>
                </a:lnTo>
                <a:lnTo>
                  <a:pt x="422986" y="259245"/>
                </a:lnTo>
                <a:lnTo>
                  <a:pt x="411632" y="260337"/>
                </a:lnTo>
                <a:lnTo>
                  <a:pt x="398322" y="260997"/>
                </a:lnTo>
                <a:lnTo>
                  <a:pt x="383082" y="261213"/>
                </a:lnTo>
                <a:lnTo>
                  <a:pt x="340614" y="251637"/>
                </a:lnTo>
                <a:lnTo>
                  <a:pt x="325005" y="217258"/>
                </a:lnTo>
                <a:lnTo>
                  <a:pt x="325005" y="208775"/>
                </a:lnTo>
                <a:lnTo>
                  <a:pt x="352628" y="179971"/>
                </a:lnTo>
                <a:lnTo>
                  <a:pt x="383425" y="174891"/>
                </a:lnTo>
                <a:lnTo>
                  <a:pt x="400113" y="174891"/>
                </a:lnTo>
                <a:lnTo>
                  <a:pt x="408203" y="175475"/>
                </a:lnTo>
                <a:lnTo>
                  <a:pt x="422897" y="177800"/>
                </a:lnTo>
                <a:lnTo>
                  <a:pt x="428574" y="178968"/>
                </a:lnTo>
                <a:lnTo>
                  <a:pt x="432409" y="180136"/>
                </a:lnTo>
                <a:lnTo>
                  <a:pt x="432409" y="131102"/>
                </a:lnTo>
                <a:lnTo>
                  <a:pt x="388429" y="124701"/>
                </a:lnTo>
                <a:lnTo>
                  <a:pt x="380669" y="124701"/>
                </a:lnTo>
                <a:lnTo>
                  <a:pt x="332854" y="129692"/>
                </a:lnTo>
                <a:lnTo>
                  <a:pt x="292455" y="145846"/>
                </a:lnTo>
                <a:lnTo>
                  <a:pt x="264947" y="174891"/>
                </a:lnTo>
                <a:lnTo>
                  <a:pt x="264833" y="175056"/>
                </a:lnTo>
                <a:lnTo>
                  <a:pt x="254825" y="217258"/>
                </a:lnTo>
                <a:lnTo>
                  <a:pt x="254736" y="219087"/>
                </a:lnTo>
                <a:lnTo>
                  <a:pt x="255308" y="232156"/>
                </a:lnTo>
                <a:lnTo>
                  <a:pt x="268693" y="273672"/>
                </a:lnTo>
                <a:lnTo>
                  <a:pt x="297129" y="300329"/>
                </a:lnTo>
                <a:lnTo>
                  <a:pt x="338912" y="313982"/>
                </a:lnTo>
                <a:lnTo>
                  <a:pt x="351574" y="315658"/>
                </a:lnTo>
                <a:lnTo>
                  <a:pt x="351929" y="315658"/>
                </a:lnTo>
                <a:lnTo>
                  <a:pt x="364096" y="316585"/>
                </a:lnTo>
                <a:lnTo>
                  <a:pt x="377240" y="316903"/>
                </a:lnTo>
                <a:lnTo>
                  <a:pt x="397319" y="316585"/>
                </a:lnTo>
                <a:lnTo>
                  <a:pt x="416356" y="315658"/>
                </a:lnTo>
                <a:lnTo>
                  <a:pt x="479933" y="307378"/>
                </a:lnTo>
                <a:lnTo>
                  <a:pt x="500341" y="303580"/>
                </a:lnTo>
                <a:lnTo>
                  <a:pt x="500341" y="261213"/>
                </a:lnTo>
                <a:lnTo>
                  <a:pt x="500341" y="174891"/>
                </a:lnTo>
                <a:lnTo>
                  <a:pt x="500341" y="131102"/>
                </a:lnTo>
                <a:lnTo>
                  <a:pt x="500341" y="1199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689858" y="2085352"/>
            <a:ext cx="555625" cy="417830"/>
          </a:xfrm>
          <a:custGeom>
            <a:avLst/>
            <a:gdLst/>
            <a:ahLst/>
            <a:cxnLst/>
            <a:rect l="l" t="t" r="r" b="b"/>
            <a:pathLst>
              <a:path w="555625" h="417830">
                <a:moveTo>
                  <a:pt x="273418" y="158102"/>
                </a:moveTo>
                <a:lnTo>
                  <a:pt x="267411" y="108712"/>
                </a:lnTo>
                <a:lnTo>
                  <a:pt x="249618" y="66560"/>
                </a:lnTo>
                <a:lnTo>
                  <a:pt x="221361" y="34086"/>
                </a:lnTo>
                <a:lnTo>
                  <a:pt x="201358" y="20777"/>
                </a:lnTo>
                <a:lnTo>
                  <a:pt x="201358" y="160477"/>
                </a:lnTo>
                <a:lnTo>
                  <a:pt x="200266" y="181356"/>
                </a:lnTo>
                <a:lnTo>
                  <a:pt x="183667" y="230492"/>
                </a:lnTo>
                <a:lnTo>
                  <a:pt x="145529" y="254901"/>
                </a:lnTo>
                <a:lnTo>
                  <a:pt x="127673" y="256540"/>
                </a:lnTo>
                <a:lnTo>
                  <a:pt x="119100" y="256197"/>
                </a:lnTo>
                <a:lnTo>
                  <a:pt x="81038" y="245287"/>
                </a:lnTo>
                <a:lnTo>
                  <a:pt x="70256" y="239141"/>
                </a:lnTo>
                <a:lnTo>
                  <a:pt x="70256" y="66014"/>
                </a:lnTo>
                <a:lnTo>
                  <a:pt x="77266" y="64096"/>
                </a:lnTo>
                <a:lnTo>
                  <a:pt x="84277" y="62852"/>
                </a:lnTo>
                <a:lnTo>
                  <a:pt x="98552" y="61683"/>
                </a:lnTo>
                <a:lnTo>
                  <a:pt x="105473" y="61429"/>
                </a:lnTo>
                <a:lnTo>
                  <a:pt x="112077" y="61429"/>
                </a:lnTo>
                <a:lnTo>
                  <a:pt x="152577" y="67919"/>
                </a:lnTo>
                <a:lnTo>
                  <a:pt x="189509" y="101752"/>
                </a:lnTo>
                <a:lnTo>
                  <a:pt x="201307" y="158102"/>
                </a:lnTo>
                <a:lnTo>
                  <a:pt x="201358" y="160477"/>
                </a:lnTo>
                <a:lnTo>
                  <a:pt x="201358" y="20777"/>
                </a:lnTo>
                <a:lnTo>
                  <a:pt x="152831" y="4000"/>
                </a:lnTo>
                <a:lnTo>
                  <a:pt x="118999" y="1244"/>
                </a:lnTo>
                <a:lnTo>
                  <a:pt x="101765" y="1562"/>
                </a:lnTo>
                <a:lnTo>
                  <a:pt x="52819" y="6413"/>
                </a:lnTo>
                <a:lnTo>
                  <a:pt x="11328" y="14541"/>
                </a:lnTo>
                <a:lnTo>
                  <a:pt x="0" y="17399"/>
                </a:lnTo>
                <a:lnTo>
                  <a:pt x="0" y="417449"/>
                </a:lnTo>
                <a:lnTo>
                  <a:pt x="70180" y="417449"/>
                </a:lnTo>
                <a:lnTo>
                  <a:pt x="70180" y="299910"/>
                </a:lnTo>
                <a:lnTo>
                  <a:pt x="76390" y="303060"/>
                </a:lnTo>
                <a:lnTo>
                  <a:pt x="118668" y="315341"/>
                </a:lnTo>
                <a:lnTo>
                  <a:pt x="139280" y="316649"/>
                </a:lnTo>
                <a:lnTo>
                  <a:pt x="154813" y="315912"/>
                </a:lnTo>
                <a:lnTo>
                  <a:pt x="169519" y="313728"/>
                </a:lnTo>
                <a:lnTo>
                  <a:pt x="183388" y="310108"/>
                </a:lnTo>
                <a:lnTo>
                  <a:pt x="196443" y="305066"/>
                </a:lnTo>
                <a:lnTo>
                  <a:pt x="206311" y="299910"/>
                </a:lnTo>
                <a:lnTo>
                  <a:pt x="208559" y="298742"/>
                </a:lnTo>
                <a:lnTo>
                  <a:pt x="238582" y="272694"/>
                </a:lnTo>
                <a:lnTo>
                  <a:pt x="249542" y="256540"/>
                </a:lnTo>
                <a:lnTo>
                  <a:pt x="253326" y="250012"/>
                </a:lnTo>
                <a:lnTo>
                  <a:pt x="268312" y="208076"/>
                </a:lnTo>
                <a:lnTo>
                  <a:pt x="273342" y="160477"/>
                </a:lnTo>
                <a:lnTo>
                  <a:pt x="273418" y="158102"/>
                </a:lnTo>
                <a:close/>
              </a:path>
              <a:path w="555625" h="417830">
                <a:moveTo>
                  <a:pt x="555536" y="119862"/>
                </a:moveTo>
                <a:lnTo>
                  <a:pt x="555155" y="106832"/>
                </a:lnTo>
                <a:lnTo>
                  <a:pt x="554024" y="94335"/>
                </a:lnTo>
                <a:lnTo>
                  <a:pt x="552170" y="82486"/>
                </a:lnTo>
                <a:lnTo>
                  <a:pt x="549605" y="71259"/>
                </a:lnTo>
                <a:lnTo>
                  <a:pt x="549529" y="70916"/>
                </a:lnTo>
                <a:lnTo>
                  <a:pt x="546011" y="60401"/>
                </a:lnTo>
                <a:lnTo>
                  <a:pt x="545947" y="60210"/>
                </a:lnTo>
                <a:lnTo>
                  <a:pt x="545503" y="59270"/>
                </a:lnTo>
                <a:lnTo>
                  <a:pt x="521436" y="25628"/>
                </a:lnTo>
                <a:lnTo>
                  <a:pt x="487680" y="7632"/>
                </a:lnTo>
                <a:lnTo>
                  <a:pt x="487680" y="180047"/>
                </a:lnTo>
                <a:lnTo>
                  <a:pt x="487680" y="257632"/>
                </a:lnTo>
                <a:lnTo>
                  <a:pt x="478269" y="259156"/>
                </a:lnTo>
                <a:lnTo>
                  <a:pt x="466890" y="260248"/>
                </a:lnTo>
                <a:lnTo>
                  <a:pt x="453567" y="260908"/>
                </a:lnTo>
                <a:lnTo>
                  <a:pt x="438277" y="261124"/>
                </a:lnTo>
                <a:lnTo>
                  <a:pt x="395884" y="251548"/>
                </a:lnTo>
                <a:lnTo>
                  <a:pt x="380199" y="217170"/>
                </a:lnTo>
                <a:lnTo>
                  <a:pt x="380199" y="208686"/>
                </a:lnTo>
                <a:lnTo>
                  <a:pt x="407822" y="179882"/>
                </a:lnTo>
                <a:lnTo>
                  <a:pt x="438696" y="174802"/>
                </a:lnTo>
                <a:lnTo>
                  <a:pt x="455383" y="174802"/>
                </a:lnTo>
                <a:lnTo>
                  <a:pt x="463486" y="175387"/>
                </a:lnTo>
                <a:lnTo>
                  <a:pt x="478167" y="177711"/>
                </a:lnTo>
                <a:lnTo>
                  <a:pt x="483768" y="178879"/>
                </a:lnTo>
                <a:lnTo>
                  <a:pt x="487680" y="180047"/>
                </a:lnTo>
                <a:lnTo>
                  <a:pt x="487680" y="7632"/>
                </a:lnTo>
                <a:lnTo>
                  <a:pt x="478523" y="4851"/>
                </a:lnTo>
                <a:lnTo>
                  <a:pt x="464553" y="2146"/>
                </a:lnTo>
                <a:lnTo>
                  <a:pt x="449300" y="546"/>
                </a:lnTo>
                <a:lnTo>
                  <a:pt x="432435" y="0"/>
                </a:lnTo>
                <a:lnTo>
                  <a:pt x="432523" y="254"/>
                </a:lnTo>
                <a:lnTo>
                  <a:pt x="418223" y="546"/>
                </a:lnTo>
                <a:lnTo>
                  <a:pt x="377850" y="4851"/>
                </a:lnTo>
                <a:lnTo>
                  <a:pt x="339064" y="14071"/>
                </a:lnTo>
                <a:lnTo>
                  <a:pt x="347726" y="70840"/>
                </a:lnTo>
                <a:lnTo>
                  <a:pt x="354596" y="68554"/>
                </a:lnTo>
                <a:lnTo>
                  <a:pt x="362394" y="66446"/>
                </a:lnTo>
                <a:lnTo>
                  <a:pt x="371144" y="64490"/>
                </a:lnTo>
                <a:lnTo>
                  <a:pt x="380873" y="62674"/>
                </a:lnTo>
                <a:lnTo>
                  <a:pt x="391261" y="61201"/>
                </a:lnTo>
                <a:lnTo>
                  <a:pt x="401294" y="60210"/>
                </a:lnTo>
                <a:lnTo>
                  <a:pt x="400659" y="60210"/>
                </a:lnTo>
                <a:lnTo>
                  <a:pt x="412419" y="59550"/>
                </a:lnTo>
                <a:lnTo>
                  <a:pt x="409994" y="59550"/>
                </a:lnTo>
                <a:lnTo>
                  <a:pt x="425513" y="59270"/>
                </a:lnTo>
                <a:lnTo>
                  <a:pt x="463397" y="66929"/>
                </a:lnTo>
                <a:lnTo>
                  <a:pt x="474586" y="76911"/>
                </a:lnTo>
                <a:lnTo>
                  <a:pt x="479310" y="82359"/>
                </a:lnTo>
                <a:lnTo>
                  <a:pt x="479425" y="82486"/>
                </a:lnTo>
                <a:lnTo>
                  <a:pt x="482765" y="88988"/>
                </a:lnTo>
                <a:lnTo>
                  <a:pt x="486600" y="103632"/>
                </a:lnTo>
                <a:lnTo>
                  <a:pt x="487603" y="111379"/>
                </a:lnTo>
                <a:lnTo>
                  <a:pt x="487603" y="131013"/>
                </a:lnTo>
                <a:lnTo>
                  <a:pt x="480453" y="129400"/>
                </a:lnTo>
                <a:lnTo>
                  <a:pt x="473519" y="128028"/>
                </a:lnTo>
                <a:lnTo>
                  <a:pt x="466801" y="126936"/>
                </a:lnTo>
                <a:lnTo>
                  <a:pt x="451802" y="125107"/>
                </a:lnTo>
                <a:lnTo>
                  <a:pt x="443712" y="124612"/>
                </a:lnTo>
                <a:lnTo>
                  <a:pt x="435940" y="124612"/>
                </a:lnTo>
                <a:lnTo>
                  <a:pt x="388048" y="129603"/>
                </a:lnTo>
                <a:lnTo>
                  <a:pt x="347649" y="145757"/>
                </a:lnTo>
                <a:lnTo>
                  <a:pt x="320217" y="174802"/>
                </a:lnTo>
                <a:lnTo>
                  <a:pt x="310019" y="217170"/>
                </a:lnTo>
                <a:lnTo>
                  <a:pt x="309930" y="218998"/>
                </a:lnTo>
                <a:lnTo>
                  <a:pt x="310502" y="232067"/>
                </a:lnTo>
                <a:lnTo>
                  <a:pt x="323888" y="273583"/>
                </a:lnTo>
                <a:lnTo>
                  <a:pt x="352323" y="300240"/>
                </a:lnTo>
                <a:lnTo>
                  <a:pt x="394144" y="313893"/>
                </a:lnTo>
                <a:lnTo>
                  <a:pt x="406806" y="315569"/>
                </a:lnTo>
                <a:lnTo>
                  <a:pt x="407149" y="315569"/>
                </a:lnTo>
                <a:lnTo>
                  <a:pt x="419303" y="316496"/>
                </a:lnTo>
                <a:lnTo>
                  <a:pt x="432435" y="316814"/>
                </a:lnTo>
                <a:lnTo>
                  <a:pt x="452551" y="316496"/>
                </a:lnTo>
                <a:lnTo>
                  <a:pt x="471576" y="315569"/>
                </a:lnTo>
                <a:lnTo>
                  <a:pt x="535165" y="307289"/>
                </a:lnTo>
                <a:lnTo>
                  <a:pt x="555536" y="303491"/>
                </a:lnTo>
                <a:lnTo>
                  <a:pt x="555536" y="261124"/>
                </a:lnTo>
                <a:lnTo>
                  <a:pt x="555536" y="174802"/>
                </a:lnTo>
                <a:lnTo>
                  <a:pt x="555536" y="131013"/>
                </a:lnTo>
                <a:lnTo>
                  <a:pt x="555536" y="1198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299966" y="1960994"/>
            <a:ext cx="354965" cy="442595"/>
          </a:xfrm>
          <a:custGeom>
            <a:avLst/>
            <a:gdLst/>
            <a:ahLst/>
            <a:cxnLst/>
            <a:rect l="l" t="t" r="r" b="b"/>
            <a:pathLst>
              <a:path w="354964" h="442594">
                <a:moveTo>
                  <a:pt x="236334" y="427101"/>
                </a:moveTo>
                <a:lnTo>
                  <a:pt x="226491" y="369163"/>
                </a:lnTo>
                <a:lnTo>
                  <a:pt x="219824" y="371665"/>
                </a:lnTo>
                <a:lnTo>
                  <a:pt x="212572" y="373926"/>
                </a:lnTo>
                <a:lnTo>
                  <a:pt x="169862" y="381101"/>
                </a:lnTo>
                <a:lnTo>
                  <a:pt x="160896" y="381317"/>
                </a:lnTo>
                <a:lnTo>
                  <a:pt x="138506" y="379666"/>
                </a:lnTo>
                <a:lnTo>
                  <a:pt x="92379" y="354926"/>
                </a:lnTo>
                <a:lnTo>
                  <a:pt x="73291" y="305333"/>
                </a:lnTo>
                <a:lnTo>
                  <a:pt x="72021" y="283425"/>
                </a:lnTo>
                <a:lnTo>
                  <a:pt x="73367" y="261327"/>
                </a:lnTo>
                <a:lnTo>
                  <a:pt x="93472" y="210756"/>
                </a:lnTo>
                <a:lnTo>
                  <a:pt x="136817" y="186651"/>
                </a:lnTo>
                <a:lnTo>
                  <a:pt x="156222" y="185039"/>
                </a:lnTo>
                <a:lnTo>
                  <a:pt x="164757" y="185254"/>
                </a:lnTo>
                <a:lnTo>
                  <a:pt x="203606" y="192392"/>
                </a:lnTo>
                <a:lnTo>
                  <a:pt x="216560" y="197192"/>
                </a:lnTo>
                <a:lnTo>
                  <a:pt x="231660" y="139928"/>
                </a:lnTo>
                <a:lnTo>
                  <a:pt x="212217" y="133057"/>
                </a:lnTo>
                <a:lnTo>
                  <a:pt x="192176" y="128168"/>
                </a:lnTo>
                <a:lnTo>
                  <a:pt x="171564" y="125247"/>
                </a:lnTo>
                <a:lnTo>
                  <a:pt x="150380" y="124269"/>
                </a:lnTo>
                <a:lnTo>
                  <a:pt x="133400" y="125044"/>
                </a:lnTo>
                <a:lnTo>
                  <a:pt x="87706" y="136423"/>
                </a:lnTo>
                <a:lnTo>
                  <a:pt x="50622" y="159905"/>
                </a:lnTo>
                <a:lnTo>
                  <a:pt x="23164" y="193471"/>
                </a:lnTo>
                <a:lnTo>
                  <a:pt x="5880" y="235635"/>
                </a:lnTo>
                <a:lnTo>
                  <a:pt x="0" y="283591"/>
                </a:lnTo>
                <a:lnTo>
                  <a:pt x="88" y="283425"/>
                </a:lnTo>
                <a:lnTo>
                  <a:pt x="660" y="300228"/>
                </a:lnTo>
                <a:lnTo>
                  <a:pt x="9347" y="346862"/>
                </a:lnTo>
                <a:lnTo>
                  <a:pt x="28663" y="386156"/>
                </a:lnTo>
                <a:lnTo>
                  <a:pt x="58826" y="416077"/>
                </a:lnTo>
                <a:lnTo>
                  <a:pt x="100101" y="435444"/>
                </a:lnTo>
                <a:lnTo>
                  <a:pt x="152717" y="442087"/>
                </a:lnTo>
                <a:lnTo>
                  <a:pt x="165138" y="441794"/>
                </a:lnTo>
                <a:lnTo>
                  <a:pt x="212255" y="435114"/>
                </a:lnTo>
                <a:lnTo>
                  <a:pt x="229781" y="429907"/>
                </a:lnTo>
                <a:lnTo>
                  <a:pt x="236334" y="427101"/>
                </a:lnTo>
                <a:close/>
              </a:path>
              <a:path w="354964" h="442594">
                <a:moveTo>
                  <a:pt x="347078" y="131927"/>
                </a:moveTo>
                <a:lnTo>
                  <a:pt x="276898" y="131927"/>
                </a:lnTo>
                <a:lnTo>
                  <a:pt x="276898" y="434759"/>
                </a:lnTo>
                <a:lnTo>
                  <a:pt x="347078" y="434759"/>
                </a:lnTo>
                <a:lnTo>
                  <a:pt x="347078" y="131927"/>
                </a:lnTo>
                <a:close/>
              </a:path>
              <a:path w="354964" h="442594">
                <a:moveTo>
                  <a:pt x="354672" y="43370"/>
                </a:moveTo>
                <a:lnTo>
                  <a:pt x="335292" y="6464"/>
                </a:lnTo>
                <a:lnTo>
                  <a:pt x="311772" y="0"/>
                </a:lnTo>
                <a:lnTo>
                  <a:pt x="303047" y="711"/>
                </a:lnTo>
                <a:lnTo>
                  <a:pt x="271399" y="25400"/>
                </a:lnTo>
                <a:lnTo>
                  <a:pt x="268211" y="43370"/>
                </a:lnTo>
                <a:lnTo>
                  <a:pt x="269011" y="52666"/>
                </a:lnTo>
                <a:lnTo>
                  <a:pt x="295224" y="83312"/>
                </a:lnTo>
                <a:lnTo>
                  <a:pt x="311772" y="86233"/>
                </a:lnTo>
                <a:lnTo>
                  <a:pt x="320141" y="85509"/>
                </a:lnTo>
                <a:lnTo>
                  <a:pt x="351472" y="60972"/>
                </a:lnTo>
                <a:lnTo>
                  <a:pt x="354672" y="433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705045" y="1946420"/>
            <a:ext cx="273685" cy="457200"/>
          </a:xfrm>
          <a:custGeom>
            <a:avLst/>
            <a:gdLst/>
            <a:ahLst/>
            <a:cxnLst/>
            <a:rect l="l" t="t" r="r" b="b"/>
            <a:pathLst>
              <a:path w="273685" h="457200">
                <a:moveTo>
                  <a:pt x="135191" y="140008"/>
                </a:moveTo>
                <a:lnTo>
                  <a:pt x="90714" y="146364"/>
                </a:lnTo>
                <a:lnTo>
                  <a:pt x="54671" y="165021"/>
                </a:lnTo>
                <a:lnTo>
                  <a:pt x="27214" y="194414"/>
                </a:lnTo>
                <a:lnTo>
                  <a:pt x="9012" y="233569"/>
                </a:lnTo>
                <a:lnTo>
                  <a:pt x="563" y="280976"/>
                </a:lnTo>
                <a:lnTo>
                  <a:pt x="53" y="296997"/>
                </a:lnTo>
                <a:lnTo>
                  <a:pt x="0" y="298662"/>
                </a:lnTo>
                <a:lnTo>
                  <a:pt x="6020" y="349359"/>
                </a:lnTo>
                <a:lnTo>
                  <a:pt x="23772" y="391391"/>
                </a:lnTo>
                <a:lnTo>
                  <a:pt x="52091" y="423905"/>
                </a:lnTo>
                <a:lnTo>
                  <a:pt x="90043" y="445829"/>
                </a:lnTo>
                <a:lnTo>
                  <a:pt x="137278" y="456118"/>
                </a:lnTo>
                <a:lnTo>
                  <a:pt x="154468" y="456817"/>
                </a:lnTo>
                <a:lnTo>
                  <a:pt x="171677" y="456489"/>
                </a:lnTo>
                <a:lnTo>
                  <a:pt x="220895" y="451573"/>
                </a:lnTo>
                <a:lnTo>
                  <a:pt x="262344" y="443110"/>
                </a:lnTo>
                <a:lnTo>
                  <a:pt x="273469" y="440002"/>
                </a:lnTo>
                <a:lnTo>
                  <a:pt x="273386" y="395969"/>
                </a:lnTo>
                <a:lnTo>
                  <a:pt x="155052" y="395969"/>
                </a:lnTo>
                <a:lnTo>
                  <a:pt x="136648" y="394329"/>
                </a:lnTo>
                <a:lnTo>
                  <a:pt x="94049" y="369665"/>
                </a:lnTo>
                <a:lnTo>
                  <a:pt x="73395" y="318910"/>
                </a:lnTo>
                <a:lnTo>
                  <a:pt x="72018" y="296997"/>
                </a:lnTo>
                <a:lnTo>
                  <a:pt x="73129" y="275865"/>
                </a:lnTo>
                <a:lnTo>
                  <a:pt x="89793" y="226327"/>
                </a:lnTo>
                <a:lnTo>
                  <a:pt x="127921" y="201980"/>
                </a:lnTo>
                <a:lnTo>
                  <a:pt x="145789" y="200356"/>
                </a:lnTo>
                <a:lnTo>
                  <a:pt x="273386" y="200356"/>
                </a:lnTo>
                <a:lnTo>
                  <a:pt x="273386" y="156822"/>
                </a:lnTo>
                <a:lnTo>
                  <a:pt x="203120" y="156822"/>
                </a:lnTo>
                <a:lnTo>
                  <a:pt x="196752" y="153715"/>
                </a:lnTo>
                <a:lnTo>
                  <a:pt x="189789" y="150756"/>
                </a:lnTo>
                <a:lnTo>
                  <a:pt x="145879" y="140336"/>
                </a:lnTo>
                <a:lnTo>
                  <a:pt x="135191" y="140008"/>
                </a:lnTo>
                <a:close/>
              </a:path>
              <a:path w="273685" h="457200">
                <a:moveTo>
                  <a:pt x="273386" y="200356"/>
                </a:moveTo>
                <a:lnTo>
                  <a:pt x="145789" y="200356"/>
                </a:lnTo>
                <a:lnTo>
                  <a:pt x="154328" y="200688"/>
                </a:lnTo>
                <a:lnTo>
                  <a:pt x="162656" y="201699"/>
                </a:lnTo>
                <a:lnTo>
                  <a:pt x="203203" y="217670"/>
                </a:lnTo>
                <a:lnTo>
                  <a:pt x="203203" y="391391"/>
                </a:lnTo>
                <a:lnTo>
                  <a:pt x="198113" y="392556"/>
                </a:lnTo>
                <a:lnTo>
                  <a:pt x="160597" y="395969"/>
                </a:lnTo>
                <a:lnTo>
                  <a:pt x="273386" y="395969"/>
                </a:lnTo>
                <a:lnTo>
                  <a:pt x="273386" y="200356"/>
                </a:lnTo>
                <a:close/>
              </a:path>
              <a:path w="273685" h="457200">
                <a:moveTo>
                  <a:pt x="273386" y="0"/>
                </a:moveTo>
                <a:lnTo>
                  <a:pt x="203120" y="11570"/>
                </a:lnTo>
                <a:lnTo>
                  <a:pt x="203120" y="156822"/>
                </a:lnTo>
                <a:lnTo>
                  <a:pt x="273386" y="156822"/>
                </a:lnTo>
                <a:lnTo>
                  <a:pt x="2733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031924" y="2085346"/>
            <a:ext cx="245745" cy="316865"/>
          </a:xfrm>
          <a:custGeom>
            <a:avLst/>
            <a:gdLst/>
            <a:ahLst/>
            <a:cxnLst/>
            <a:rect l="l" t="t" r="r" b="b"/>
            <a:pathLst>
              <a:path w="245745" h="316864">
                <a:moveTo>
                  <a:pt x="133688" y="124609"/>
                </a:moveTo>
                <a:lnTo>
                  <a:pt x="89618" y="127453"/>
                </a:lnTo>
                <a:lnTo>
                  <a:pt x="46728" y="140524"/>
                </a:lnTo>
                <a:lnTo>
                  <a:pt x="15622" y="166400"/>
                </a:lnTo>
                <a:lnTo>
                  <a:pt x="627" y="206152"/>
                </a:lnTo>
                <a:lnTo>
                  <a:pt x="0" y="219002"/>
                </a:lnTo>
                <a:lnTo>
                  <a:pt x="563" y="232067"/>
                </a:lnTo>
                <a:lnTo>
                  <a:pt x="13944" y="273588"/>
                </a:lnTo>
                <a:lnTo>
                  <a:pt x="42347" y="300235"/>
                </a:lnTo>
                <a:lnTo>
                  <a:pt x="84143" y="313894"/>
                </a:lnTo>
                <a:lnTo>
                  <a:pt x="97174" y="315570"/>
                </a:lnTo>
                <a:lnTo>
                  <a:pt x="109350" y="316497"/>
                </a:lnTo>
                <a:lnTo>
                  <a:pt x="122506" y="316808"/>
                </a:lnTo>
                <a:lnTo>
                  <a:pt x="142568" y="316497"/>
                </a:lnTo>
                <a:lnTo>
                  <a:pt x="161582" y="315570"/>
                </a:lnTo>
                <a:lnTo>
                  <a:pt x="225161" y="307288"/>
                </a:lnTo>
                <a:lnTo>
                  <a:pt x="245597" y="303490"/>
                </a:lnTo>
                <a:lnTo>
                  <a:pt x="245597" y="261121"/>
                </a:lnTo>
                <a:lnTo>
                  <a:pt x="128181" y="261121"/>
                </a:lnTo>
                <a:lnTo>
                  <a:pt x="115536" y="260527"/>
                </a:lnTo>
                <a:lnTo>
                  <a:pt x="78948" y="245838"/>
                </a:lnTo>
                <a:lnTo>
                  <a:pt x="70182" y="208680"/>
                </a:lnTo>
                <a:lnTo>
                  <a:pt x="72101" y="201605"/>
                </a:lnTo>
                <a:lnTo>
                  <a:pt x="104898" y="177715"/>
                </a:lnTo>
                <a:lnTo>
                  <a:pt x="128598" y="174802"/>
                </a:lnTo>
                <a:lnTo>
                  <a:pt x="245597" y="174802"/>
                </a:lnTo>
                <a:lnTo>
                  <a:pt x="245597" y="131018"/>
                </a:lnTo>
                <a:lnTo>
                  <a:pt x="177584" y="131018"/>
                </a:lnTo>
                <a:lnTo>
                  <a:pt x="170433" y="129396"/>
                </a:lnTo>
                <a:lnTo>
                  <a:pt x="163501" y="128032"/>
                </a:lnTo>
                <a:lnTo>
                  <a:pt x="156789" y="126933"/>
                </a:lnTo>
                <a:lnTo>
                  <a:pt x="141783" y="125108"/>
                </a:lnTo>
                <a:lnTo>
                  <a:pt x="133688" y="124609"/>
                </a:lnTo>
                <a:close/>
              </a:path>
              <a:path w="245745" h="316864">
                <a:moveTo>
                  <a:pt x="245597" y="174802"/>
                </a:moveTo>
                <a:lnTo>
                  <a:pt x="145288" y="174802"/>
                </a:lnTo>
                <a:lnTo>
                  <a:pt x="153383" y="175385"/>
                </a:lnTo>
                <a:lnTo>
                  <a:pt x="168070" y="177715"/>
                </a:lnTo>
                <a:lnTo>
                  <a:pt x="173745" y="178881"/>
                </a:lnTo>
                <a:lnTo>
                  <a:pt x="177584" y="180046"/>
                </a:lnTo>
                <a:lnTo>
                  <a:pt x="177584" y="257625"/>
                </a:lnTo>
                <a:lnTo>
                  <a:pt x="168164" y="259155"/>
                </a:lnTo>
                <a:lnTo>
                  <a:pt x="156804" y="260247"/>
                </a:lnTo>
                <a:lnTo>
                  <a:pt x="143504" y="260903"/>
                </a:lnTo>
                <a:lnTo>
                  <a:pt x="128264" y="261121"/>
                </a:lnTo>
                <a:lnTo>
                  <a:pt x="245597" y="261121"/>
                </a:lnTo>
                <a:lnTo>
                  <a:pt x="245597" y="174802"/>
                </a:lnTo>
                <a:close/>
              </a:path>
              <a:path w="245745" h="316864">
                <a:moveTo>
                  <a:pt x="235483" y="59266"/>
                </a:moveTo>
                <a:lnTo>
                  <a:pt x="115580" y="59266"/>
                </a:lnTo>
                <a:lnTo>
                  <a:pt x="124202" y="59548"/>
                </a:lnTo>
                <a:lnTo>
                  <a:pt x="132051" y="60400"/>
                </a:lnTo>
                <a:lnTo>
                  <a:pt x="164565" y="76913"/>
                </a:lnTo>
                <a:lnTo>
                  <a:pt x="169293" y="82360"/>
                </a:lnTo>
                <a:lnTo>
                  <a:pt x="177584" y="131018"/>
                </a:lnTo>
                <a:lnTo>
                  <a:pt x="245597" y="131018"/>
                </a:lnTo>
                <a:lnTo>
                  <a:pt x="242202" y="82490"/>
                </a:lnTo>
                <a:lnTo>
                  <a:pt x="235986" y="60400"/>
                </a:lnTo>
                <a:lnTo>
                  <a:pt x="235924" y="60214"/>
                </a:lnTo>
                <a:lnTo>
                  <a:pt x="235483" y="59266"/>
                </a:lnTo>
                <a:close/>
              </a:path>
              <a:path w="245745" h="316864">
                <a:moveTo>
                  <a:pt x="122506" y="0"/>
                </a:moveTo>
                <a:lnTo>
                  <a:pt x="122589" y="249"/>
                </a:lnTo>
                <a:lnTo>
                  <a:pt x="108288" y="543"/>
                </a:lnTo>
                <a:lnTo>
                  <a:pt x="94425" y="1415"/>
                </a:lnTo>
                <a:lnTo>
                  <a:pt x="55961" y="7149"/>
                </a:lnTo>
                <a:lnTo>
                  <a:pt x="29041" y="14067"/>
                </a:lnTo>
                <a:lnTo>
                  <a:pt x="37816" y="70919"/>
                </a:lnTo>
                <a:lnTo>
                  <a:pt x="37553" y="70919"/>
                </a:lnTo>
                <a:lnTo>
                  <a:pt x="81254" y="61197"/>
                </a:lnTo>
                <a:lnTo>
                  <a:pt x="91317" y="60214"/>
                </a:lnTo>
                <a:lnTo>
                  <a:pt x="90685" y="60214"/>
                </a:lnTo>
                <a:lnTo>
                  <a:pt x="102475" y="59548"/>
                </a:lnTo>
                <a:lnTo>
                  <a:pt x="100048" y="59548"/>
                </a:lnTo>
                <a:lnTo>
                  <a:pt x="115580" y="59266"/>
                </a:lnTo>
                <a:lnTo>
                  <a:pt x="235483" y="59266"/>
                </a:lnTo>
                <a:lnTo>
                  <a:pt x="231326" y="50328"/>
                </a:lnTo>
                <a:lnTo>
                  <a:pt x="225727" y="41269"/>
                </a:lnTo>
                <a:lnTo>
                  <a:pt x="192421" y="13450"/>
                </a:lnTo>
                <a:lnTo>
                  <a:pt x="154551" y="2143"/>
                </a:lnTo>
                <a:lnTo>
                  <a:pt x="139316" y="543"/>
                </a:lnTo>
                <a:lnTo>
                  <a:pt x="139543" y="543"/>
                </a:lnTo>
                <a:lnTo>
                  <a:pt x="1225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331931" y="1946420"/>
            <a:ext cx="273685" cy="457200"/>
          </a:xfrm>
          <a:custGeom>
            <a:avLst/>
            <a:gdLst/>
            <a:ahLst/>
            <a:cxnLst/>
            <a:rect l="l" t="t" r="r" b="b"/>
            <a:pathLst>
              <a:path w="273685" h="457200">
                <a:moveTo>
                  <a:pt x="135191" y="140008"/>
                </a:moveTo>
                <a:lnTo>
                  <a:pt x="90714" y="146364"/>
                </a:lnTo>
                <a:lnTo>
                  <a:pt x="54733" y="165021"/>
                </a:lnTo>
                <a:lnTo>
                  <a:pt x="27249" y="194414"/>
                </a:lnTo>
                <a:lnTo>
                  <a:pt x="9012" y="233569"/>
                </a:lnTo>
                <a:lnTo>
                  <a:pt x="563" y="280976"/>
                </a:lnTo>
                <a:lnTo>
                  <a:pt x="53" y="296997"/>
                </a:lnTo>
                <a:lnTo>
                  <a:pt x="0" y="298662"/>
                </a:lnTo>
                <a:lnTo>
                  <a:pt x="6055" y="349359"/>
                </a:lnTo>
                <a:lnTo>
                  <a:pt x="23772" y="391391"/>
                </a:lnTo>
                <a:lnTo>
                  <a:pt x="52103" y="423905"/>
                </a:lnTo>
                <a:lnTo>
                  <a:pt x="90043" y="445829"/>
                </a:lnTo>
                <a:lnTo>
                  <a:pt x="137278" y="456118"/>
                </a:lnTo>
                <a:lnTo>
                  <a:pt x="154468" y="456817"/>
                </a:lnTo>
                <a:lnTo>
                  <a:pt x="171678" y="456489"/>
                </a:lnTo>
                <a:lnTo>
                  <a:pt x="220978" y="451573"/>
                </a:lnTo>
                <a:lnTo>
                  <a:pt x="262346" y="443110"/>
                </a:lnTo>
                <a:lnTo>
                  <a:pt x="273469" y="440002"/>
                </a:lnTo>
                <a:lnTo>
                  <a:pt x="273469" y="395969"/>
                </a:lnTo>
                <a:lnTo>
                  <a:pt x="155052" y="395969"/>
                </a:lnTo>
                <a:lnTo>
                  <a:pt x="136685" y="394329"/>
                </a:lnTo>
                <a:lnTo>
                  <a:pt x="94133" y="369665"/>
                </a:lnTo>
                <a:lnTo>
                  <a:pt x="73467" y="318910"/>
                </a:lnTo>
                <a:lnTo>
                  <a:pt x="72101" y="296997"/>
                </a:lnTo>
                <a:lnTo>
                  <a:pt x="73199" y="275865"/>
                </a:lnTo>
                <a:lnTo>
                  <a:pt x="89793" y="226327"/>
                </a:lnTo>
                <a:lnTo>
                  <a:pt x="127921" y="201980"/>
                </a:lnTo>
                <a:lnTo>
                  <a:pt x="145789" y="200356"/>
                </a:lnTo>
                <a:lnTo>
                  <a:pt x="273469" y="200356"/>
                </a:lnTo>
                <a:lnTo>
                  <a:pt x="273469" y="156822"/>
                </a:lnTo>
                <a:lnTo>
                  <a:pt x="203203" y="156822"/>
                </a:lnTo>
                <a:lnTo>
                  <a:pt x="196788" y="153715"/>
                </a:lnTo>
                <a:lnTo>
                  <a:pt x="189809" y="150756"/>
                </a:lnTo>
                <a:lnTo>
                  <a:pt x="145927" y="140336"/>
                </a:lnTo>
                <a:lnTo>
                  <a:pt x="135191" y="140008"/>
                </a:lnTo>
                <a:close/>
              </a:path>
              <a:path w="273685" h="457200">
                <a:moveTo>
                  <a:pt x="273469" y="200356"/>
                </a:moveTo>
                <a:lnTo>
                  <a:pt x="145789" y="200356"/>
                </a:lnTo>
                <a:lnTo>
                  <a:pt x="154363" y="200688"/>
                </a:lnTo>
                <a:lnTo>
                  <a:pt x="162688" y="201699"/>
                </a:lnTo>
                <a:lnTo>
                  <a:pt x="203203" y="217670"/>
                </a:lnTo>
                <a:lnTo>
                  <a:pt x="203203" y="391391"/>
                </a:lnTo>
                <a:lnTo>
                  <a:pt x="198196" y="392556"/>
                </a:lnTo>
                <a:lnTo>
                  <a:pt x="160597" y="395969"/>
                </a:lnTo>
                <a:lnTo>
                  <a:pt x="273469" y="395969"/>
                </a:lnTo>
                <a:lnTo>
                  <a:pt x="273469" y="200356"/>
                </a:lnTo>
                <a:close/>
              </a:path>
              <a:path w="273685" h="457200">
                <a:moveTo>
                  <a:pt x="273469" y="0"/>
                </a:moveTo>
                <a:lnTo>
                  <a:pt x="203203" y="11570"/>
                </a:lnTo>
                <a:lnTo>
                  <a:pt x="203203" y="156822"/>
                </a:lnTo>
                <a:lnTo>
                  <a:pt x="273469" y="156822"/>
                </a:lnTo>
                <a:lnTo>
                  <a:pt x="2734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779480" y="2085346"/>
            <a:ext cx="245745" cy="316865"/>
          </a:xfrm>
          <a:custGeom>
            <a:avLst/>
            <a:gdLst/>
            <a:ahLst/>
            <a:cxnLst/>
            <a:rect l="l" t="t" r="r" b="b"/>
            <a:pathLst>
              <a:path w="245745" h="316864">
                <a:moveTo>
                  <a:pt x="133772" y="124609"/>
                </a:moveTo>
                <a:lnTo>
                  <a:pt x="89690" y="127453"/>
                </a:lnTo>
                <a:lnTo>
                  <a:pt x="46800" y="140524"/>
                </a:lnTo>
                <a:lnTo>
                  <a:pt x="15705" y="166400"/>
                </a:lnTo>
                <a:lnTo>
                  <a:pt x="10288" y="174802"/>
                </a:lnTo>
                <a:lnTo>
                  <a:pt x="10181" y="174968"/>
                </a:lnTo>
                <a:lnTo>
                  <a:pt x="5738" y="184354"/>
                </a:lnTo>
                <a:lnTo>
                  <a:pt x="2555" y="194675"/>
                </a:lnTo>
                <a:lnTo>
                  <a:pt x="640" y="206152"/>
                </a:lnTo>
                <a:lnTo>
                  <a:pt x="91" y="217171"/>
                </a:lnTo>
                <a:lnTo>
                  <a:pt x="0" y="219002"/>
                </a:lnTo>
                <a:lnTo>
                  <a:pt x="9012" y="264784"/>
                </a:lnTo>
                <a:lnTo>
                  <a:pt x="34048" y="294833"/>
                </a:lnTo>
                <a:lnTo>
                  <a:pt x="72602" y="311647"/>
                </a:lnTo>
                <a:lnTo>
                  <a:pt x="97226" y="315570"/>
                </a:lnTo>
                <a:lnTo>
                  <a:pt x="109398" y="316497"/>
                </a:lnTo>
                <a:lnTo>
                  <a:pt x="122589" y="316808"/>
                </a:lnTo>
                <a:lnTo>
                  <a:pt x="142652" y="316497"/>
                </a:lnTo>
                <a:lnTo>
                  <a:pt x="161665" y="315570"/>
                </a:lnTo>
                <a:lnTo>
                  <a:pt x="225235" y="307288"/>
                </a:lnTo>
                <a:lnTo>
                  <a:pt x="245597" y="303490"/>
                </a:lnTo>
                <a:lnTo>
                  <a:pt x="245597" y="261121"/>
                </a:lnTo>
                <a:lnTo>
                  <a:pt x="128264" y="261121"/>
                </a:lnTo>
                <a:lnTo>
                  <a:pt x="115608" y="260527"/>
                </a:lnTo>
                <a:lnTo>
                  <a:pt x="79032" y="245838"/>
                </a:lnTo>
                <a:lnTo>
                  <a:pt x="70265" y="208680"/>
                </a:lnTo>
                <a:lnTo>
                  <a:pt x="72185" y="201605"/>
                </a:lnTo>
                <a:lnTo>
                  <a:pt x="104981" y="177715"/>
                </a:lnTo>
                <a:lnTo>
                  <a:pt x="128681" y="174802"/>
                </a:lnTo>
                <a:lnTo>
                  <a:pt x="245597" y="174802"/>
                </a:lnTo>
                <a:lnTo>
                  <a:pt x="245597" y="131018"/>
                </a:lnTo>
                <a:lnTo>
                  <a:pt x="177667" y="131018"/>
                </a:lnTo>
                <a:lnTo>
                  <a:pt x="170517" y="129396"/>
                </a:lnTo>
                <a:lnTo>
                  <a:pt x="163585" y="128032"/>
                </a:lnTo>
                <a:lnTo>
                  <a:pt x="156872" y="126933"/>
                </a:lnTo>
                <a:lnTo>
                  <a:pt x="141867" y="125108"/>
                </a:lnTo>
                <a:lnTo>
                  <a:pt x="133772" y="124609"/>
                </a:lnTo>
                <a:close/>
              </a:path>
              <a:path w="245745" h="316864">
                <a:moveTo>
                  <a:pt x="245597" y="174802"/>
                </a:moveTo>
                <a:lnTo>
                  <a:pt x="145372" y="174802"/>
                </a:lnTo>
                <a:lnTo>
                  <a:pt x="153466" y="175385"/>
                </a:lnTo>
                <a:lnTo>
                  <a:pt x="168154" y="177715"/>
                </a:lnTo>
                <a:lnTo>
                  <a:pt x="173829" y="178881"/>
                </a:lnTo>
                <a:lnTo>
                  <a:pt x="177667" y="180046"/>
                </a:lnTo>
                <a:lnTo>
                  <a:pt x="177667" y="257625"/>
                </a:lnTo>
                <a:lnTo>
                  <a:pt x="168246" y="259155"/>
                </a:lnTo>
                <a:lnTo>
                  <a:pt x="156877" y="260247"/>
                </a:lnTo>
                <a:lnTo>
                  <a:pt x="143553" y="260903"/>
                </a:lnTo>
                <a:lnTo>
                  <a:pt x="128264" y="261121"/>
                </a:lnTo>
                <a:lnTo>
                  <a:pt x="245597" y="261121"/>
                </a:lnTo>
                <a:lnTo>
                  <a:pt x="245597" y="174802"/>
                </a:lnTo>
                <a:close/>
              </a:path>
              <a:path w="245745" h="316864">
                <a:moveTo>
                  <a:pt x="235567" y="59266"/>
                </a:moveTo>
                <a:lnTo>
                  <a:pt x="115580" y="59266"/>
                </a:lnTo>
                <a:lnTo>
                  <a:pt x="124204" y="59548"/>
                </a:lnTo>
                <a:lnTo>
                  <a:pt x="132061" y="60400"/>
                </a:lnTo>
                <a:lnTo>
                  <a:pt x="164649" y="76913"/>
                </a:lnTo>
                <a:lnTo>
                  <a:pt x="169376" y="82360"/>
                </a:lnTo>
                <a:lnTo>
                  <a:pt x="177667" y="131018"/>
                </a:lnTo>
                <a:lnTo>
                  <a:pt x="245597" y="131018"/>
                </a:lnTo>
                <a:lnTo>
                  <a:pt x="242237" y="82490"/>
                </a:lnTo>
                <a:lnTo>
                  <a:pt x="236070" y="60400"/>
                </a:lnTo>
                <a:lnTo>
                  <a:pt x="236008" y="60214"/>
                </a:lnTo>
                <a:lnTo>
                  <a:pt x="235567" y="59266"/>
                </a:lnTo>
                <a:close/>
              </a:path>
              <a:path w="245745" h="316864">
                <a:moveTo>
                  <a:pt x="122589" y="0"/>
                </a:moveTo>
                <a:lnTo>
                  <a:pt x="122589" y="249"/>
                </a:lnTo>
                <a:lnTo>
                  <a:pt x="108323" y="543"/>
                </a:lnTo>
                <a:lnTo>
                  <a:pt x="94456" y="1415"/>
                </a:lnTo>
                <a:lnTo>
                  <a:pt x="56010" y="7149"/>
                </a:lnTo>
                <a:lnTo>
                  <a:pt x="29124" y="14067"/>
                </a:lnTo>
                <a:lnTo>
                  <a:pt x="37816" y="70919"/>
                </a:lnTo>
                <a:lnTo>
                  <a:pt x="37553" y="70919"/>
                </a:lnTo>
                <a:lnTo>
                  <a:pt x="81324" y="61197"/>
                </a:lnTo>
                <a:lnTo>
                  <a:pt x="91361" y="60214"/>
                </a:lnTo>
                <a:lnTo>
                  <a:pt x="90731" y="60214"/>
                </a:lnTo>
                <a:lnTo>
                  <a:pt x="102491" y="59548"/>
                </a:lnTo>
                <a:lnTo>
                  <a:pt x="100065" y="59548"/>
                </a:lnTo>
                <a:lnTo>
                  <a:pt x="115580" y="59266"/>
                </a:lnTo>
                <a:lnTo>
                  <a:pt x="235567" y="59266"/>
                </a:lnTo>
                <a:lnTo>
                  <a:pt x="231410" y="50328"/>
                </a:lnTo>
                <a:lnTo>
                  <a:pt x="225811" y="41269"/>
                </a:lnTo>
                <a:lnTo>
                  <a:pt x="192505" y="13450"/>
                </a:lnTo>
                <a:lnTo>
                  <a:pt x="154635" y="2143"/>
                </a:lnTo>
                <a:lnTo>
                  <a:pt x="139400" y="543"/>
                </a:lnTo>
                <a:lnTo>
                  <a:pt x="139627" y="543"/>
                </a:lnTo>
                <a:lnTo>
                  <a:pt x="1225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079571" y="1946420"/>
            <a:ext cx="273685" cy="457200"/>
          </a:xfrm>
          <a:custGeom>
            <a:avLst/>
            <a:gdLst/>
            <a:ahLst/>
            <a:cxnLst/>
            <a:rect l="l" t="t" r="r" b="b"/>
            <a:pathLst>
              <a:path w="273685" h="457200">
                <a:moveTo>
                  <a:pt x="135191" y="140008"/>
                </a:moveTo>
                <a:lnTo>
                  <a:pt x="90714" y="146364"/>
                </a:lnTo>
                <a:lnTo>
                  <a:pt x="54702" y="165021"/>
                </a:lnTo>
                <a:lnTo>
                  <a:pt x="27214" y="194414"/>
                </a:lnTo>
                <a:lnTo>
                  <a:pt x="9012" y="233569"/>
                </a:lnTo>
                <a:lnTo>
                  <a:pt x="563" y="280976"/>
                </a:lnTo>
                <a:lnTo>
                  <a:pt x="53" y="296997"/>
                </a:lnTo>
                <a:lnTo>
                  <a:pt x="0" y="298662"/>
                </a:lnTo>
                <a:lnTo>
                  <a:pt x="6020" y="349359"/>
                </a:lnTo>
                <a:lnTo>
                  <a:pt x="23772" y="391391"/>
                </a:lnTo>
                <a:lnTo>
                  <a:pt x="52103" y="423905"/>
                </a:lnTo>
                <a:lnTo>
                  <a:pt x="90043" y="445829"/>
                </a:lnTo>
                <a:lnTo>
                  <a:pt x="137278" y="456118"/>
                </a:lnTo>
                <a:lnTo>
                  <a:pt x="154468" y="456817"/>
                </a:lnTo>
                <a:lnTo>
                  <a:pt x="171677" y="456489"/>
                </a:lnTo>
                <a:lnTo>
                  <a:pt x="220895" y="451573"/>
                </a:lnTo>
                <a:lnTo>
                  <a:pt x="262344" y="443110"/>
                </a:lnTo>
                <a:lnTo>
                  <a:pt x="273469" y="440002"/>
                </a:lnTo>
                <a:lnTo>
                  <a:pt x="273386" y="395969"/>
                </a:lnTo>
                <a:lnTo>
                  <a:pt x="155052" y="395969"/>
                </a:lnTo>
                <a:lnTo>
                  <a:pt x="136648" y="394329"/>
                </a:lnTo>
                <a:lnTo>
                  <a:pt x="94049" y="369665"/>
                </a:lnTo>
                <a:lnTo>
                  <a:pt x="73465" y="318910"/>
                </a:lnTo>
                <a:lnTo>
                  <a:pt x="72205" y="298662"/>
                </a:lnTo>
                <a:lnTo>
                  <a:pt x="72101" y="296997"/>
                </a:lnTo>
                <a:lnTo>
                  <a:pt x="76503" y="257042"/>
                </a:lnTo>
                <a:lnTo>
                  <a:pt x="99915" y="214965"/>
                </a:lnTo>
                <a:lnTo>
                  <a:pt x="145789" y="200356"/>
                </a:lnTo>
                <a:lnTo>
                  <a:pt x="273386" y="200356"/>
                </a:lnTo>
                <a:lnTo>
                  <a:pt x="273386" y="156822"/>
                </a:lnTo>
                <a:lnTo>
                  <a:pt x="203120" y="156822"/>
                </a:lnTo>
                <a:lnTo>
                  <a:pt x="196752" y="153715"/>
                </a:lnTo>
                <a:lnTo>
                  <a:pt x="189789" y="150756"/>
                </a:lnTo>
                <a:lnTo>
                  <a:pt x="145879" y="140336"/>
                </a:lnTo>
                <a:lnTo>
                  <a:pt x="135191" y="140008"/>
                </a:lnTo>
                <a:close/>
              </a:path>
              <a:path w="273685" h="457200">
                <a:moveTo>
                  <a:pt x="273386" y="200356"/>
                </a:moveTo>
                <a:lnTo>
                  <a:pt x="145789" y="200356"/>
                </a:lnTo>
                <a:lnTo>
                  <a:pt x="154328" y="200688"/>
                </a:lnTo>
                <a:lnTo>
                  <a:pt x="162656" y="201699"/>
                </a:lnTo>
                <a:lnTo>
                  <a:pt x="203203" y="217670"/>
                </a:lnTo>
                <a:lnTo>
                  <a:pt x="203203" y="391391"/>
                </a:lnTo>
                <a:lnTo>
                  <a:pt x="198113" y="392556"/>
                </a:lnTo>
                <a:lnTo>
                  <a:pt x="160597" y="395969"/>
                </a:lnTo>
                <a:lnTo>
                  <a:pt x="273386" y="395969"/>
                </a:lnTo>
                <a:lnTo>
                  <a:pt x="273386" y="200356"/>
                </a:lnTo>
                <a:close/>
              </a:path>
              <a:path w="273685" h="457200">
                <a:moveTo>
                  <a:pt x="273386" y="0"/>
                </a:moveTo>
                <a:lnTo>
                  <a:pt x="203120" y="11570"/>
                </a:lnTo>
                <a:lnTo>
                  <a:pt x="203120" y="156822"/>
                </a:lnTo>
                <a:lnTo>
                  <a:pt x="273386" y="156822"/>
                </a:lnTo>
                <a:lnTo>
                  <a:pt x="2733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406367" y="2085346"/>
            <a:ext cx="245745" cy="316865"/>
          </a:xfrm>
          <a:custGeom>
            <a:avLst/>
            <a:gdLst/>
            <a:ahLst/>
            <a:cxnLst/>
            <a:rect l="l" t="t" r="r" b="b"/>
            <a:pathLst>
              <a:path w="245745" h="316864">
                <a:moveTo>
                  <a:pt x="133688" y="124609"/>
                </a:moveTo>
                <a:lnTo>
                  <a:pt x="89689" y="127453"/>
                </a:lnTo>
                <a:lnTo>
                  <a:pt x="46765" y="140524"/>
                </a:lnTo>
                <a:lnTo>
                  <a:pt x="15634" y="166400"/>
                </a:lnTo>
                <a:lnTo>
                  <a:pt x="10205" y="174802"/>
                </a:lnTo>
                <a:lnTo>
                  <a:pt x="10097" y="174968"/>
                </a:lnTo>
                <a:lnTo>
                  <a:pt x="89" y="217171"/>
                </a:lnTo>
                <a:lnTo>
                  <a:pt x="0" y="219002"/>
                </a:lnTo>
                <a:lnTo>
                  <a:pt x="563" y="232067"/>
                </a:lnTo>
                <a:lnTo>
                  <a:pt x="13955" y="273588"/>
                </a:lnTo>
                <a:lnTo>
                  <a:pt x="42384" y="300235"/>
                </a:lnTo>
                <a:lnTo>
                  <a:pt x="84178" y="313894"/>
                </a:lnTo>
                <a:lnTo>
                  <a:pt x="97184" y="315570"/>
                </a:lnTo>
                <a:lnTo>
                  <a:pt x="109351" y="316497"/>
                </a:lnTo>
                <a:lnTo>
                  <a:pt x="122506" y="316808"/>
                </a:lnTo>
                <a:lnTo>
                  <a:pt x="142580" y="316497"/>
                </a:lnTo>
                <a:lnTo>
                  <a:pt x="161613" y="315570"/>
                </a:lnTo>
                <a:lnTo>
                  <a:pt x="225193" y="307288"/>
                </a:lnTo>
                <a:lnTo>
                  <a:pt x="245597" y="303490"/>
                </a:lnTo>
                <a:lnTo>
                  <a:pt x="245597" y="261121"/>
                </a:lnTo>
                <a:lnTo>
                  <a:pt x="128264" y="261121"/>
                </a:lnTo>
                <a:lnTo>
                  <a:pt x="115620" y="260527"/>
                </a:lnTo>
                <a:lnTo>
                  <a:pt x="79032" y="245838"/>
                </a:lnTo>
                <a:lnTo>
                  <a:pt x="70265" y="208680"/>
                </a:lnTo>
                <a:lnTo>
                  <a:pt x="72185" y="201605"/>
                </a:lnTo>
                <a:lnTo>
                  <a:pt x="104981" y="177715"/>
                </a:lnTo>
                <a:lnTo>
                  <a:pt x="128681" y="174802"/>
                </a:lnTo>
                <a:lnTo>
                  <a:pt x="245597" y="174802"/>
                </a:lnTo>
                <a:lnTo>
                  <a:pt x="245597" y="131018"/>
                </a:lnTo>
                <a:lnTo>
                  <a:pt x="177667" y="131018"/>
                </a:lnTo>
                <a:lnTo>
                  <a:pt x="170481" y="129396"/>
                </a:lnTo>
                <a:lnTo>
                  <a:pt x="163554" y="128032"/>
                </a:lnTo>
                <a:lnTo>
                  <a:pt x="156861" y="126933"/>
                </a:lnTo>
                <a:lnTo>
                  <a:pt x="150379" y="126107"/>
                </a:lnTo>
                <a:lnTo>
                  <a:pt x="141867" y="125108"/>
                </a:lnTo>
                <a:lnTo>
                  <a:pt x="133688" y="124609"/>
                </a:lnTo>
                <a:close/>
              </a:path>
              <a:path w="245745" h="316864">
                <a:moveTo>
                  <a:pt x="245597" y="174802"/>
                </a:moveTo>
                <a:lnTo>
                  <a:pt x="145455" y="174802"/>
                </a:lnTo>
                <a:lnTo>
                  <a:pt x="153466" y="175385"/>
                </a:lnTo>
                <a:lnTo>
                  <a:pt x="168154" y="177715"/>
                </a:lnTo>
                <a:lnTo>
                  <a:pt x="173829" y="178881"/>
                </a:lnTo>
                <a:lnTo>
                  <a:pt x="177667" y="180046"/>
                </a:lnTo>
                <a:lnTo>
                  <a:pt x="177667" y="257625"/>
                </a:lnTo>
                <a:lnTo>
                  <a:pt x="168248" y="259155"/>
                </a:lnTo>
                <a:lnTo>
                  <a:pt x="156888" y="260247"/>
                </a:lnTo>
                <a:lnTo>
                  <a:pt x="143588" y="260903"/>
                </a:lnTo>
                <a:lnTo>
                  <a:pt x="128348" y="261121"/>
                </a:lnTo>
                <a:lnTo>
                  <a:pt x="245597" y="261121"/>
                </a:lnTo>
                <a:lnTo>
                  <a:pt x="245597" y="174802"/>
                </a:lnTo>
                <a:close/>
              </a:path>
              <a:path w="245745" h="316864">
                <a:moveTo>
                  <a:pt x="235534" y="59266"/>
                </a:moveTo>
                <a:lnTo>
                  <a:pt x="115580" y="59266"/>
                </a:lnTo>
                <a:lnTo>
                  <a:pt x="124202" y="59548"/>
                </a:lnTo>
                <a:lnTo>
                  <a:pt x="132051" y="60400"/>
                </a:lnTo>
                <a:lnTo>
                  <a:pt x="169295" y="82360"/>
                </a:lnTo>
                <a:lnTo>
                  <a:pt x="177667" y="131018"/>
                </a:lnTo>
                <a:lnTo>
                  <a:pt x="245597" y="131018"/>
                </a:lnTo>
                <a:lnTo>
                  <a:pt x="242202" y="82490"/>
                </a:lnTo>
                <a:lnTo>
                  <a:pt x="235972" y="60214"/>
                </a:lnTo>
                <a:lnTo>
                  <a:pt x="235534" y="59266"/>
                </a:lnTo>
                <a:close/>
              </a:path>
              <a:path w="245745" h="316864">
                <a:moveTo>
                  <a:pt x="122506" y="0"/>
                </a:moveTo>
                <a:lnTo>
                  <a:pt x="122589" y="249"/>
                </a:lnTo>
                <a:lnTo>
                  <a:pt x="108288" y="543"/>
                </a:lnTo>
                <a:lnTo>
                  <a:pt x="94425" y="1415"/>
                </a:lnTo>
                <a:lnTo>
                  <a:pt x="55963" y="7149"/>
                </a:lnTo>
                <a:lnTo>
                  <a:pt x="29124" y="14067"/>
                </a:lnTo>
                <a:lnTo>
                  <a:pt x="37816" y="70919"/>
                </a:lnTo>
                <a:lnTo>
                  <a:pt x="37553" y="70919"/>
                </a:lnTo>
                <a:lnTo>
                  <a:pt x="81289" y="61197"/>
                </a:lnTo>
                <a:lnTo>
                  <a:pt x="91329" y="60214"/>
                </a:lnTo>
                <a:lnTo>
                  <a:pt x="90697" y="60214"/>
                </a:lnTo>
                <a:lnTo>
                  <a:pt x="102477" y="59548"/>
                </a:lnTo>
                <a:lnTo>
                  <a:pt x="100049" y="59548"/>
                </a:lnTo>
                <a:lnTo>
                  <a:pt x="115580" y="59266"/>
                </a:lnTo>
                <a:lnTo>
                  <a:pt x="235534" y="59266"/>
                </a:lnTo>
                <a:lnTo>
                  <a:pt x="231399" y="50328"/>
                </a:lnTo>
                <a:lnTo>
                  <a:pt x="225810" y="41269"/>
                </a:lnTo>
                <a:lnTo>
                  <a:pt x="192469" y="13450"/>
                </a:lnTo>
                <a:lnTo>
                  <a:pt x="154562" y="2143"/>
                </a:lnTo>
                <a:lnTo>
                  <a:pt x="139318" y="543"/>
                </a:lnTo>
                <a:lnTo>
                  <a:pt x="139544" y="543"/>
                </a:lnTo>
                <a:lnTo>
                  <a:pt x="1225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723315" y="2086595"/>
            <a:ext cx="273685" cy="416559"/>
          </a:xfrm>
          <a:custGeom>
            <a:avLst/>
            <a:gdLst/>
            <a:ahLst/>
            <a:cxnLst/>
            <a:rect l="l" t="t" r="r" b="b"/>
            <a:pathLst>
              <a:path w="273684" h="416560">
                <a:moveTo>
                  <a:pt x="119001" y="0"/>
                </a:moveTo>
                <a:lnTo>
                  <a:pt x="68692" y="2879"/>
                </a:lnTo>
                <a:lnTo>
                  <a:pt x="23908" y="10498"/>
                </a:lnTo>
                <a:lnTo>
                  <a:pt x="0" y="16148"/>
                </a:lnTo>
                <a:lnTo>
                  <a:pt x="0" y="416196"/>
                </a:lnTo>
                <a:lnTo>
                  <a:pt x="70182" y="416196"/>
                </a:lnTo>
                <a:lnTo>
                  <a:pt x="70182" y="298662"/>
                </a:lnTo>
                <a:lnTo>
                  <a:pt x="206320" y="298662"/>
                </a:lnTo>
                <a:lnTo>
                  <a:pt x="238587" y="271443"/>
                </a:lnTo>
                <a:lnTo>
                  <a:pt x="249544" y="255294"/>
                </a:lnTo>
                <a:lnTo>
                  <a:pt x="127680" y="255294"/>
                </a:lnTo>
                <a:lnTo>
                  <a:pt x="119105" y="254951"/>
                </a:lnTo>
                <a:lnTo>
                  <a:pt x="81041" y="244036"/>
                </a:lnTo>
                <a:lnTo>
                  <a:pt x="70265" y="64760"/>
                </a:lnTo>
                <a:lnTo>
                  <a:pt x="77275" y="62845"/>
                </a:lnTo>
                <a:lnTo>
                  <a:pt x="84285" y="61597"/>
                </a:lnTo>
                <a:lnTo>
                  <a:pt x="98555" y="60431"/>
                </a:lnTo>
                <a:lnTo>
                  <a:pt x="105482" y="60182"/>
                </a:lnTo>
                <a:lnTo>
                  <a:pt x="246064" y="60182"/>
                </a:lnTo>
                <a:lnTo>
                  <a:pt x="241346" y="53381"/>
                </a:lnTo>
                <a:lnTo>
                  <a:pt x="209765" y="24357"/>
                </a:lnTo>
                <a:lnTo>
                  <a:pt x="168641" y="6180"/>
                </a:lnTo>
                <a:lnTo>
                  <a:pt x="136226" y="686"/>
                </a:lnTo>
                <a:lnTo>
                  <a:pt x="119001" y="0"/>
                </a:lnTo>
                <a:close/>
              </a:path>
              <a:path w="273684" h="416560">
                <a:moveTo>
                  <a:pt x="206320" y="298662"/>
                </a:moveTo>
                <a:lnTo>
                  <a:pt x="70182" y="298662"/>
                </a:lnTo>
                <a:lnTo>
                  <a:pt x="76395" y="301804"/>
                </a:lnTo>
                <a:lnTo>
                  <a:pt x="83399" y="304759"/>
                </a:lnTo>
                <a:lnTo>
                  <a:pt x="128747" y="315067"/>
                </a:lnTo>
                <a:lnTo>
                  <a:pt x="139280" y="315393"/>
                </a:lnTo>
                <a:lnTo>
                  <a:pt x="154819" y="314662"/>
                </a:lnTo>
                <a:lnTo>
                  <a:pt x="169520" y="312480"/>
                </a:lnTo>
                <a:lnTo>
                  <a:pt x="183393" y="308861"/>
                </a:lnTo>
                <a:lnTo>
                  <a:pt x="196444" y="303823"/>
                </a:lnTo>
                <a:lnTo>
                  <a:pt x="206320" y="298662"/>
                </a:lnTo>
                <a:close/>
              </a:path>
              <a:path w="273684" h="416560">
                <a:moveTo>
                  <a:pt x="246064" y="60182"/>
                </a:moveTo>
                <a:lnTo>
                  <a:pt x="112075" y="60182"/>
                </a:lnTo>
                <a:lnTo>
                  <a:pt x="133947" y="61805"/>
                </a:lnTo>
                <a:lnTo>
                  <a:pt x="152611" y="66674"/>
                </a:lnTo>
                <a:lnTo>
                  <a:pt x="189516" y="100497"/>
                </a:lnTo>
                <a:lnTo>
                  <a:pt x="201313" y="156857"/>
                </a:lnTo>
                <a:lnTo>
                  <a:pt x="201368" y="159231"/>
                </a:lnTo>
                <a:lnTo>
                  <a:pt x="200270" y="180101"/>
                </a:lnTo>
                <a:lnTo>
                  <a:pt x="183676" y="229241"/>
                </a:lnTo>
                <a:lnTo>
                  <a:pt x="145548" y="253658"/>
                </a:lnTo>
                <a:lnTo>
                  <a:pt x="127680" y="255294"/>
                </a:lnTo>
                <a:lnTo>
                  <a:pt x="249544" y="255294"/>
                </a:lnTo>
                <a:lnTo>
                  <a:pt x="268316" y="206823"/>
                </a:lnTo>
                <a:lnTo>
                  <a:pt x="273345" y="159231"/>
                </a:lnTo>
                <a:lnTo>
                  <a:pt x="273423" y="156857"/>
                </a:lnTo>
                <a:lnTo>
                  <a:pt x="267414" y="107456"/>
                </a:lnTo>
                <a:lnTo>
                  <a:pt x="249623" y="65311"/>
                </a:lnTo>
                <a:lnTo>
                  <a:pt x="246064" y="601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051357" y="2001443"/>
            <a:ext cx="455930" cy="401320"/>
          </a:xfrm>
          <a:custGeom>
            <a:avLst/>
            <a:gdLst/>
            <a:ahLst/>
            <a:cxnLst/>
            <a:rect l="l" t="t" r="r" b="b"/>
            <a:pathLst>
              <a:path w="455929" h="401319">
                <a:moveTo>
                  <a:pt x="190347" y="385064"/>
                </a:moveTo>
                <a:lnTo>
                  <a:pt x="178752" y="329463"/>
                </a:lnTo>
                <a:lnTo>
                  <a:pt x="172986" y="331800"/>
                </a:lnTo>
                <a:lnTo>
                  <a:pt x="165150" y="334289"/>
                </a:lnTo>
                <a:lnTo>
                  <a:pt x="121246" y="341033"/>
                </a:lnTo>
                <a:lnTo>
                  <a:pt x="108331" y="340067"/>
                </a:lnTo>
                <a:lnTo>
                  <a:pt x="76695" y="316318"/>
                </a:lnTo>
                <a:lnTo>
                  <a:pt x="70180" y="273367"/>
                </a:lnTo>
                <a:lnTo>
                  <a:pt x="70180" y="149999"/>
                </a:lnTo>
                <a:lnTo>
                  <a:pt x="178079" y="149999"/>
                </a:lnTo>
                <a:lnTo>
                  <a:pt x="178079" y="91478"/>
                </a:lnTo>
                <a:lnTo>
                  <a:pt x="70180" y="91478"/>
                </a:lnTo>
                <a:lnTo>
                  <a:pt x="70180" y="0"/>
                </a:lnTo>
                <a:lnTo>
                  <a:pt x="0" y="11569"/>
                </a:lnTo>
                <a:lnTo>
                  <a:pt x="0" y="273862"/>
                </a:lnTo>
                <a:lnTo>
                  <a:pt x="317" y="288531"/>
                </a:lnTo>
                <a:lnTo>
                  <a:pt x="5168" y="327469"/>
                </a:lnTo>
                <a:lnTo>
                  <a:pt x="23202" y="367423"/>
                </a:lnTo>
                <a:lnTo>
                  <a:pt x="57746" y="392557"/>
                </a:lnTo>
                <a:lnTo>
                  <a:pt x="96443" y="400748"/>
                </a:lnTo>
                <a:lnTo>
                  <a:pt x="111988" y="401294"/>
                </a:lnTo>
                <a:lnTo>
                  <a:pt x="124891" y="400951"/>
                </a:lnTo>
                <a:lnTo>
                  <a:pt x="167830" y="393039"/>
                </a:lnTo>
                <a:lnTo>
                  <a:pt x="183756" y="387692"/>
                </a:lnTo>
                <a:lnTo>
                  <a:pt x="190347" y="385064"/>
                </a:lnTo>
                <a:close/>
              </a:path>
              <a:path w="455929" h="401319">
                <a:moveTo>
                  <a:pt x="455637" y="203771"/>
                </a:moveTo>
                <a:lnTo>
                  <a:pt x="455269" y="190741"/>
                </a:lnTo>
                <a:lnTo>
                  <a:pt x="454126" y="178244"/>
                </a:lnTo>
                <a:lnTo>
                  <a:pt x="452247" y="166395"/>
                </a:lnTo>
                <a:lnTo>
                  <a:pt x="449630" y="155168"/>
                </a:lnTo>
                <a:lnTo>
                  <a:pt x="449554" y="154825"/>
                </a:lnTo>
                <a:lnTo>
                  <a:pt x="446074" y="144310"/>
                </a:lnTo>
                <a:lnTo>
                  <a:pt x="446024" y="144119"/>
                </a:lnTo>
                <a:lnTo>
                  <a:pt x="445579" y="143179"/>
                </a:lnTo>
                <a:lnTo>
                  <a:pt x="421538" y="109537"/>
                </a:lnTo>
                <a:lnTo>
                  <a:pt x="387794" y="91541"/>
                </a:lnTo>
                <a:lnTo>
                  <a:pt x="387794" y="263956"/>
                </a:lnTo>
                <a:lnTo>
                  <a:pt x="387794" y="341541"/>
                </a:lnTo>
                <a:lnTo>
                  <a:pt x="378358" y="343065"/>
                </a:lnTo>
                <a:lnTo>
                  <a:pt x="366979" y="344157"/>
                </a:lnTo>
                <a:lnTo>
                  <a:pt x="353644" y="344817"/>
                </a:lnTo>
                <a:lnTo>
                  <a:pt x="338391" y="345033"/>
                </a:lnTo>
                <a:lnTo>
                  <a:pt x="295998" y="335457"/>
                </a:lnTo>
                <a:lnTo>
                  <a:pt x="280314" y="301078"/>
                </a:lnTo>
                <a:lnTo>
                  <a:pt x="280314" y="292595"/>
                </a:lnTo>
                <a:lnTo>
                  <a:pt x="307936" y="263791"/>
                </a:lnTo>
                <a:lnTo>
                  <a:pt x="338810" y="258711"/>
                </a:lnTo>
                <a:lnTo>
                  <a:pt x="355498" y="258711"/>
                </a:lnTo>
                <a:lnTo>
                  <a:pt x="363512" y="259295"/>
                </a:lnTo>
                <a:lnTo>
                  <a:pt x="378282" y="261620"/>
                </a:lnTo>
                <a:lnTo>
                  <a:pt x="383870" y="262788"/>
                </a:lnTo>
                <a:lnTo>
                  <a:pt x="387794" y="263956"/>
                </a:lnTo>
                <a:lnTo>
                  <a:pt x="387794" y="91541"/>
                </a:lnTo>
                <a:lnTo>
                  <a:pt x="378587" y="88760"/>
                </a:lnTo>
                <a:lnTo>
                  <a:pt x="364604" y="86055"/>
                </a:lnTo>
                <a:lnTo>
                  <a:pt x="349364" y="84455"/>
                </a:lnTo>
                <a:lnTo>
                  <a:pt x="332549" y="83908"/>
                </a:lnTo>
                <a:lnTo>
                  <a:pt x="332638" y="84162"/>
                </a:lnTo>
                <a:lnTo>
                  <a:pt x="318338" y="84455"/>
                </a:lnTo>
                <a:lnTo>
                  <a:pt x="277964" y="88760"/>
                </a:lnTo>
                <a:lnTo>
                  <a:pt x="239166" y="97980"/>
                </a:lnTo>
                <a:lnTo>
                  <a:pt x="247840" y="154749"/>
                </a:lnTo>
                <a:lnTo>
                  <a:pt x="254698" y="152463"/>
                </a:lnTo>
                <a:lnTo>
                  <a:pt x="262509" y="150355"/>
                </a:lnTo>
                <a:lnTo>
                  <a:pt x="271259" y="148399"/>
                </a:lnTo>
                <a:lnTo>
                  <a:pt x="280974" y="146583"/>
                </a:lnTo>
                <a:lnTo>
                  <a:pt x="291363" y="145110"/>
                </a:lnTo>
                <a:lnTo>
                  <a:pt x="301409" y="144119"/>
                </a:lnTo>
                <a:lnTo>
                  <a:pt x="300774" y="144119"/>
                </a:lnTo>
                <a:lnTo>
                  <a:pt x="312534" y="143459"/>
                </a:lnTo>
                <a:lnTo>
                  <a:pt x="310108" y="143459"/>
                </a:lnTo>
                <a:lnTo>
                  <a:pt x="325628" y="143179"/>
                </a:lnTo>
                <a:lnTo>
                  <a:pt x="363512" y="150837"/>
                </a:lnTo>
                <a:lnTo>
                  <a:pt x="374688" y="160820"/>
                </a:lnTo>
                <a:lnTo>
                  <a:pt x="379425" y="166268"/>
                </a:lnTo>
                <a:lnTo>
                  <a:pt x="379539" y="166395"/>
                </a:lnTo>
                <a:lnTo>
                  <a:pt x="382866" y="172897"/>
                </a:lnTo>
                <a:lnTo>
                  <a:pt x="386715" y="187540"/>
                </a:lnTo>
                <a:lnTo>
                  <a:pt x="387718" y="195287"/>
                </a:lnTo>
                <a:lnTo>
                  <a:pt x="387718" y="214922"/>
                </a:lnTo>
                <a:lnTo>
                  <a:pt x="380568" y="213309"/>
                </a:lnTo>
                <a:lnTo>
                  <a:pt x="373634" y="211937"/>
                </a:lnTo>
                <a:lnTo>
                  <a:pt x="366915" y="210845"/>
                </a:lnTo>
                <a:lnTo>
                  <a:pt x="351917" y="209016"/>
                </a:lnTo>
                <a:lnTo>
                  <a:pt x="343738" y="208521"/>
                </a:lnTo>
                <a:lnTo>
                  <a:pt x="336054" y="208521"/>
                </a:lnTo>
                <a:lnTo>
                  <a:pt x="288150" y="213512"/>
                </a:lnTo>
                <a:lnTo>
                  <a:pt x="247764" y="229666"/>
                </a:lnTo>
                <a:lnTo>
                  <a:pt x="220332" y="258711"/>
                </a:lnTo>
                <a:lnTo>
                  <a:pt x="210134" y="301078"/>
                </a:lnTo>
                <a:lnTo>
                  <a:pt x="210045" y="302907"/>
                </a:lnTo>
                <a:lnTo>
                  <a:pt x="210604" y="315976"/>
                </a:lnTo>
                <a:lnTo>
                  <a:pt x="224002" y="357492"/>
                </a:lnTo>
                <a:lnTo>
                  <a:pt x="252425" y="384149"/>
                </a:lnTo>
                <a:lnTo>
                  <a:pt x="294259" y="397802"/>
                </a:lnTo>
                <a:lnTo>
                  <a:pt x="306908" y="399478"/>
                </a:lnTo>
                <a:lnTo>
                  <a:pt x="307263" y="399478"/>
                </a:lnTo>
                <a:lnTo>
                  <a:pt x="319405" y="400405"/>
                </a:lnTo>
                <a:lnTo>
                  <a:pt x="332549" y="400723"/>
                </a:lnTo>
                <a:lnTo>
                  <a:pt x="352628" y="400405"/>
                </a:lnTo>
                <a:lnTo>
                  <a:pt x="371652" y="399478"/>
                </a:lnTo>
                <a:lnTo>
                  <a:pt x="435241" y="391198"/>
                </a:lnTo>
                <a:lnTo>
                  <a:pt x="455637" y="387400"/>
                </a:lnTo>
                <a:lnTo>
                  <a:pt x="455637" y="345033"/>
                </a:lnTo>
                <a:lnTo>
                  <a:pt x="455637" y="258711"/>
                </a:lnTo>
                <a:lnTo>
                  <a:pt x="455637" y="214922"/>
                </a:lnTo>
                <a:lnTo>
                  <a:pt x="455637" y="2037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574928" y="1960994"/>
            <a:ext cx="892175" cy="441959"/>
          </a:xfrm>
          <a:custGeom>
            <a:avLst/>
            <a:gdLst/>
            <a:ahLst/>
            <a:cxnLst/>
            <a:rect l="l" t="t" r="r" b="b"/>
            <a:pathLst>
              <a:path w="892175" h="441960">
                <a:moveTo>
                  <a:pt x="190347" y="425513"/>
                </a:moveTo>
                <a:lnTo>
                  <a:pt x="178841" y="369912"/>
                </a:lnTo>
                <a:lnTo>
                  <a:pt x="172999" y="372249"/>
                </a:lnTo>
                <a:lnTo>
                  <a:pt x="165150" y="374738"/>
                </a:lnTo>
                <a:lnTo>
                  <a:pt x="121335" y="381482"/>
                </a:lnTo>
                <a:lnTo>
                  <a:pt x="108394" y="380517"/>
                </a:lnTo>
                <a:lnTo>
                  <a:pt x="76695" y="356768"/>
                </a:lnTo>
                <a:lnTo>
                  <a:pt x="70180" y="313817"/>
                </a:lnTo>
                <a:lnTo>
                  <a:pt x="70180" y="190449"/>
                </a:lnTo>
                <a:lnTo>
                  <a:pt x="178092" y="190449"/>
                </a:lnTo>
                <a:lnTo>
                  <a:pt x="178092" y="131927"/>
                </a:lnTo>
                <a:lnTo>
                  <a:pt x="70180" y="131927"/>
                </a:lnTo>
                <a:lnTo>
                  <a:pt x="70180" y="40449"/>
                </a:lnTo>
                <a:lnTo>
                  <a:pt x="0" y="52019"/>
                </a:lnTo>
                <a:lnTo>
                  <a:pt x="0" y="314312"/>
                </a:lnTo>
                <a:lnTo>
                  <a:pt x="330" y="328980"/>
                </a:lnTo>
                <a:lnTo>
                  <a:pt x="5257" y="367919"/>
                </a:lnTo>
                <a:lnTo>
                  <a:pt x="23279" y="407873"/>
                </a:lnTo>
                <a:lnTo>
                  <a:pt x="57835" y="433006"/>
                </a:lnTo>
                <a:lnTo>
                  <a:pt x="96481" y="441198"/>
                </a:lnTo>
                <a:lnTo>
                  <a:pt x="112077" y="441744"/>
                </a:lnTo>
                <a:lnTo>
                  <a:pt x="124980" y="441401"/>
                </a:lnTo>
                <a:lnTo>
                  <a:pt x="167843" y="433489"/>
                </a:lnTo>
                <a:lnTo>
                  <a:pt x="183794" y="428142"/>
                </a:lnTo>
                <a:lnTo>
                  <a:pt x="190347" y="425513"/>
                </a:lnTo>
                <a:close/>
              </a:path>
              <a:path w="892175" h="441960">
                <a:moveTo>
                  <a:pt x="302425" y="131927"/>
                </a:moveTo>
                <a:lnTo>
                  <a:pt x="232168" y="131927"/>
                </a:lnTo>
                <a:lnTo>
                  <a:pt x="232168" y="434759"/>
                </a:lnTo>
                <a:lnTo>
                  <a:pt x="302425" y="434759"/>
                </a:lnTo>
                <a:lnTo>
                  <a:pt x="302425" y="131927"/>
                </a:lnTo>
                <a:close/>
              </a:path>
              <a:path w="892175" h="441960">
                <a:moveTo>
                  <a:pt x="309943" y="43370"/>
                </a:moveTo>
                <a:lnTo>
                  <a:pt x="290550" y="6464"/>
                </a:lnTo>
                <a:lnTo>
                  <a:pt x="266966" y="0"/>
                </a:lnTo>
                <a:lnTo>
                  <a:pt x="258229" y="711"/>
                </a:lnTo>
                <a:lnTo>
                  <a:pt x="226593" y="25400"/>
                </a:lnTo>
                <a:lnTo>
                  <a:pt x="224243" y="33782"/>
                </a:lnTo>
                <a:lnTo>
                  <a:pt x="224193" y="33921"/>
                </a:lnTo>
                <a:lnTo>
                  <a:pt x="223405" y="43370"/>
                </a:lnTo>
                <a:lnTo>
                  <a:pt x="224193" y="52666"/>
                </a:lnTo>
                <a:lnTo>
                  <a:pt x="226593" y="60972"/>
                </a:lnTo>
                <a:lnTo>
                  <a:pt x="258457" y="85509"/>
                </a:lnTo>
                <a:lnTo>
                  <a:pt x="266966" y="86233"/>
                </a:lnTo>
                <a:lnTo>
                  <a:pt x="275374" y="85509"/>
                </a:lnTo>
                <a:lnTo>
                  <a:pt x="306743" y="60972"/>
                </a:lnTo>
                <a:lnTo>
                  <a:pt x="309143" y="52666"/>
                </a:lnTo>
                <a:lnTo>
                  <a:pt x="309943" y="43370"/>
                </a:lnTo>
                <a:close/>
              </a:path>
              <a:path w="892175" h="441960">
                <a:moveTo>
                  <a:pt x="630897" y="131927"/>
                </a:moveTo>
                <a:lnTo>
                  <a:pt x="558292" y="131927"/>
                </a:lnTo>
                <a:lnTo>
                  <a:pt x="554951" y="144907"/>
                </a:lnTo>
                <a:lnTo>
                  <a:pt x="547408" y="172250"/>
                </a:lnTo>
                <a:lnTo>
                  <a:pt x="529590" y="230517"/>
                </a:lnTo>
                <a:lnTo>
                  <a:pt x="510273" y="287985"/>
                </a:lnTo>
                <a:lnTo>
                  <a:pt x="495681" y="327990"/>
                </a:lnTo>
                <a:lnTo>
                  <a:pt x="486689" y="351358"/>
                </a:lnTo>
                <a:lnTo>
                  <a:pt x="477558" y="327990"/>
                </a:lnTo>
                <a:lnTo>
                  <a:pt x="462648" y="287985"/>
                </a:lnTo>
                <a:lnTo>
                  <a:pt x="447878" y="245135"/>
                </a:lnTo>
                <a:lnTo>
                  <a:pt x="429780" y="186626"/>
                </a:lnTo>
                <a:lnTo>
                  <a:pt x="414921" y="131927"/>
                </a:lnTo>
                <a:lnTo>
                  <a:pt x="340067" y="131927"/>
                </a:lnTo>
                <a:lnTo>
                  <a:pt x="352945" y="175501"/>
                </a:lnTo>
                <a:lnTo>
                  <a:pt x="366522" y="217665"/>
                </a:lnTo>
                <a:lnTo>
                  <a:pt x="380784" y="258432"/>
                </a:lnTo>
                <a:lnTo>
                  <a:pt x="395732" y="297827"/>
                </a:lnTo>
                <a:lnTo>
                  <a:pt x="410972" y="335368"/>
                </a:lnTo>
                <a:lnTo>
                  <a:pt x="426008" y="370700"/>
                </a:lnTo>
                <a:lnTo>
                  <a:pt x="455396" y="434759"/>
                </a:lnTo>
                <a:lnTo>
                  <a:pt x="515480" y="434759"/>
                </a:lnTo>
                <a:lnTo>
                  <a:pt x="544982" y="370700"/>
                </a:lnTo>
                <a:lnTo>
                  <a:pt x="560006" y="335368"/>
                </a:lnTo>
                <a:lnTo>
                  <a:pt x="575233" y="297827"/>
                </a:lnTo>
                <a:lnTo>
                  <a:pt x="590169" y="258432"/>
                </a:lnTo>
                <a:lnTo>
                  <a:pt x="604443" y="217665"/>
                </a:lnTo>
                <a:lnTo>
                  <a:pt x="618020" y="175501"/>
                </a:lnTo>
                <a:lnTo>
                  <a:pt x="630897" y="131927"/>
                </a:lnTo>
                <a:close/>
              </a:path>
              <a:path w="892175" h="441960">
                <a:moveTo>
                  <a:pt x="892098" y="244221"/>
                </a:moveTo>
                <a:lnTo>
                  <a:pt x="891857" y="235737"/>
                </a:lnTo>
                <a:lnTo>
                  <a:pt x="891730" y="231190"/>
                </a:lnTo>
                <a:lnTo>
                  <a:pt x="890625" y="218694"/>
                </a:lnTo>
                <a:lnTo>
                  <a:pt x="888771" y="206844"/>
                </a:lnTo>
                <a:lnTo>
                  <a:pt x="886167" y="195618"/>
                </a:lnTo>
                <a:lnTo>
                  <a:pt x="886091" y="195275"/>
                </a:lnTo>
                <a:lnTo>
                  <a:pt x="882573" y="184759"/>
                </a:lnTo>
                <a:lnTo>
                  <a:pt x="882510" y="184569"/>
                </a:lnTo>
                <a:lnTo>
                  <a:pt x="882065" y="183629"/>
                </a:lnTo>
                <a:lnTo>
                  <a:pt x="858012" y="149987"/>
                </a:lnTo>
                <a:lnTo>
                  <a:pt x="824255" y="131991"/>
                </a:lnTo>
                <a:lnTo>
                  <a:pt x="824255" y="304406"/>
                </a:lnTo>
                <a:lnTo>
                  <a:pt x="824255" y="381990"/>
                </a:lnTo>
                <a:lnTo>
                  <a:pt x="814832" y="383514"/>
                </a:lnTo>
                <a:lnTo>
                  <a:pt x="803465" y="384606"/>
                </a:lnTo>
                <a:lnTo>
                  <a:pt x="790130" y="385267"/>
                </a:lnTo>
                <a:lnTo>
                  <a:pt x="774852" y="385483"/>
                </a:lnTo>
                <a:lnTo>
                  <a:pt x="762190" y="384886"/>
                </a:lnTo>
                <a:lnTo>
                  <a:pt x="725614" y="370192"/>
                </a:lnTo>
                <a:lnTo>
                  <a:pt x="716851" y="341528"/>
                </a:lnTo>
                <a:lnTo>
                  <a:pt x="716851" y="333044"/>
                </a:lnTo>
                <a:lnTo>
                  <a:pt x="744385" y="304241"/>
                </a:lnTo>
                <a:lnTo>
                  <a:pt x="775258" y="299161"/>
                </a:lnTo>
                <a:lnTo>
                  <a:pt x="791959" y="299161"/>
                </a:lnTo>
                <a:lnTo>
                  <a:pt x="800049" y="299745"/>
                </a:lnTo>
                <a:lnTo>
                  <a:pt x="814730" y="302069"/>
                </a:lnTo>
                <a:lnTo>
                  <a:pt x="820331" y="303237"/>
                </a:lnTo>
                <a:lnTo>
                  <a:pt x="824255" y="304406"/>
                </a:lnTo>
                <a:lnTo>
                  <a:pt x="824255" y="131991"/>
                </a:lnTo>
                <a:lnTo>
                  <a:pt x="815086" y="129209"/>
                </a:lnTo>
                <a:lnTo>
                  <a:pt x="801128" y="126504"/>
                </a:lnTo>
                <a:lnTo>
                  <a:pt x="785901" y="124904"/>
                </a:lnTo>
                <a:lnTo>
                  <a:pt x="769086" y="124358"/>
                </a:lnTo>
                <a:lnTo>
                  <a:pt x="769086" y="124612"/>
                </a:lnTo>
                <a:lnTo>
                  <a:pt x="754824" y="124904"/>
                </a:lnTo>
                <a:lnTo>
                  <a:pt x="714502" y="129209"/>
                </a:lnTo>
                <a:lnTo>
                  <a:pt x="675627" y="138430"/>
                </a:lnTo>
                <a:lnTo>
                  <a:pt x="684288" y="195199"/>
                </a:lnTo>
                <a:lnTo>
                  <a:pt x="691159" y="192913"/>
                </a:lnTo>
                <a:lnTo>
                  <a:pt x="698957" y="190804"/>
                </a:lnTo>
                <a:lnTo>
                  <a:pt x="707707" y="188849"/>
                </a:lnTo>
                <a:lnTo>
                  <a:pt x="717435" y="187032"/>
                </a:lnTo>
                <a:lnTo>
                  <a:pt x="727824" y="185559"/>
                </a:lnTo>
                <a:lnTo>
                  <a:pt x="737857" y="184569"/>
                </a:lnTo>
                <a:lnTo>
                  <a:pt x="737235" y="184569"/>
                </a:lnTo>
                <a:lnTo>
                  <a:pt x="748995" y="183908"/>
                </a:lnTo>
                <a:lnTo>
                  <a:pt x="746569" y="183908"/>
                </a:lnTo>
                <a:lnTo>
                  <a:pt x="762076" y="183629"/>
                </a:lnTo>
                <a:lnTo>
                  <a:pt x="799960" y="191287"/>
                </a:lnTo>
                <a:lnTo>
                  <a:pt x="811149" y="201269"/>
                </a:lnTo>
                <a:lnTo>
                  <a:pt x="815873" y="206717"/>
                </a:lnTo>
                <a:lnTo>
                  <a:pt x="824166" y="235737"/>
                </a:lnTo>
                <a:lnTo>
                  <a:pt x="824166" y="255371"/>
                </a:lnTo>
                <a:lnTo>
                  <a:pt x="817016" y="253758"/>
                </a:lnTo>
                <a:lnTo>
                  <a:pt x="810082" y="252387"/>
                </a:lnTo>
                <a:lnTo>
                  <a:pt x="803376" y="251294"/>
                </a:lnTo>
                <a:lnTo>
                  <a:pt x="788365" y="249466"/>
                </a:lnTo>
                <a:lnTo>
                  <a:pt x="780275" y="248970"/>
                </a:lnTo>
                <a:lnTo>
                  <a:pt x="772515" y="248970"/>
                </a:lnTo>
                <a:lnTo>
                  <a:pt x="724611" y="253961"/>
                </a:lnTo>
                <a:lnTo>
                  <a:pt x="684301" y="270116"/>
                </a:lnTo>
                <a:lnTo>
                  <a:pt x="656780" y="299161"/>
                </a:lnTo>
                <a:lnTo>
                  <a:pt x="646595" y="341528"/>
                </a:lnTo>
                <a:lnTo>
                  <a:pt x="646493" y="343357"/>
                </a:lnTo>
                <a:lnTo>
                  <a:pt x="655510" y="389140"/>
                </a:lnTo>
                <a:lnTo>
                  <a:pt x="680542" y="419188"/>
                </a:lnTo>
                <a:lnTo>
                  <a:pt x="719099" y="436003"/>
                </a:lnTo>
                <a:lnTo>
                  <a:pt x="743381" y="439928"/>
                </a:lnTo>
                <a:lnTo>
                  <a:pt x="743724" y="439928"/>
                </a:lnTo>
                <a:lnTo>
                  <a:pt x="755891" y="440855"/>
                </a:lnTo>
                <a:lnTo>
                  <a:pt x="769086" y="441172"/>
                </a:lnTo>
                <a:lnTo>
                  <a:pt x="789152" y="440855"/>
                </a:lnTo>
                <a:lnTo>
                  <a:pt x="808164" y="439928"/>
                </a:lnTo>
                <a:lnTo>
                  <a:pt x="871728" y="431647"/>
                </a:lnTo>
                <a:lnTo>
                  <a:pt x="892098" y="427850"/>
                </a:lnTo>
                <a:lnTo>
                  <a:pt x="892098" y="385483"/>
                </a:lnTo>
                <a:lnTo>
                  <a:pt x="892098" y="299161"/>
                </a:lnTo>
                <a:lnTo>
                  <a:pt x="892098" y="255371"/>
                </a:lnTo>
                <a:lnTo>
                  <a:pt x="892098" y="2442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8642193" y="1946420"/>
            <a:ext cx="273685" cy="457200"/>
          </a:xfrm>
          <a:custGeom>
            <a:avLst/>
            <a:gdLst/>
            <a:ahLst/>
            <a:cxnLst/>
            <a:rect l="l" t="t" r="r" b="b"/>
            <a:pathLst>
              <a:path w="273684" h="457200">
                <a:moveTo>
                  <a:pt x="135274" y="140008"/>
                </a:moveTo>
                <a:lnTo>
                  <a:pt x="90750" y="146364"/>
                </a:lnTo>
                <a:lnTo>
                  <a:pt x="54744" y="165021"/>
                </a:lnTo>
                <a:lnTo>
                  <a:pt x="27284" y="194414"/>
                </a:lnTo>
                <a:lnTo>
                  <a:pt x="9012" y="233569"/>
                </a:lnTo>
                <a:lnTo>
                  <a:pt x="563" y="280976"/>
                </a:lnTo>
                <a:lnTo>
                  <a:pt x="0" y="298662"/>
                </a:lnTo>
                <a:lnTo>
                  <a:pt x="672" y="316487"/>
                </a:lnTo>
                <a:lnTo>
                  <a:pt x="10765" y="364421"/>
                </a:lnTo>
                <a:lnTo>
                  <a:pt x="32123" y="403412"/>
                </a:lnTo>
                <a:lnTo>
                  <a:pt x="63735" y="432417"/>
                </a:lnTo>
                <a:lnTo>
                  <a:pt x="104839" y="450601"/>
                </a:lnTo>
                <a:lnTo>
                  <a:pt x="154468" y="456817"/>
                </a:lnTo>
                <a:lnTo>
                  <a:pt x="171714" y="456489"/>
                </a:lnTo>
                <a:lnTo>
                  <a:pt x="220978" y="451573"/>
                </a:lnTo>
                <a:lnTo>
                  <a:pt x="262381" y="443110"/>
                </a:lnTo>
                <a:lnTo>
                  <a:pt x="273553" y="440002"/>
                </a:lnTo>
                <a:lnTo>
                  <a:pt x="273469" y="395969"/>
                </a:lnTo>
                <a:lnTo>
                  <a:pt x="155052" y="395969"/>
                </a:lnTo>
                <a:lnTo>
                  <a:pt x="136685" y="394329"/>
                </a:lnTo>
                <a:lnTo>
                  <a:pt x="94133" y="369665"/>
                </a:lnTo>
                <a:lnTo>
                  <a:pt x="73478" y="318910"/>
                </a:lnTo>
                <a:lnTo>
                  <a:pt x="72206" y="298662"/>
                </a:lnTo>
                <a:lnTo>
                  <a:pt x="72101" y="296997"/>
                </a:lnTo>
                <a:lnTo>
                  <a:pt x="76503" y="257042"/>
                </a:lnTo>
                <a:lnTo>
                  <a:pt x="99915" y="214965"/>
                </a:lnTo>
                <a:lnTo>
                  <a:pt x="145789" y="200356"/>
                </a:lnTo>
                <a:lnTo>
                  <a:pt x="273469" y="200356"/>
                </a:lnTo>
                <a:lnTo>
                  <a:pt x="273469" y="156822"/>
                </a:lnTo>
                <a:lnTo>
                  <a:pt x="203203" y="156822"/>
                </a:lnTo>
                <a:lnTo>
                  <a:pt x="196788" y="153715"/>
                </a:lnTo>
                <a:lnTo>
                  <a:pt x="189809" y="150756"/>
                </a:lnTo>
                <a:lnTo>
                  <a:pt x="145962" y="140336"/>
                </a:lnTo>
                <a:lnTo>
                  <a:pt x="135274" y="140008"/>
                </a:lnTo>
                <a:close/>
              </a:path>
              <a:path w="273684" h="457200">
                <a:moveTo>
                  <a:pt x="273469" y="200356"/>
                </a:moveTo>
                <a:lnTo>
                  <a:pt x="145789" y="200356"/>
                </a:lnTo>
                <a:lnTo>
                  <a:pt x="154363" y="200688"/>
                </a:lnTo>
                <a:lnTo>
                  <a:pt x="162688" y="201699"/>
                </a:lnTo>
                <a:lnTo>
                  <a:pt x="203287" y="217670"/>
                </a:lnTo>
                <a:lnTo>
                  <a:pt x="203287" y="391391"/>
                </a:lnTo>
                <a:lnTo>
                  <a:pt x="198196" y="392556"/>
                </a:lnTo>
                <a:lnTo>
                  <a:pt x="160597" y="395969"/>
                </a:lnTo>
                <a:lnTo>
                  <a:pt x="273469" y="395969"/>
                </a:lnTo>
                <a:lnTo>
                  <a:pt x="273469" y="200356"/>
                </a:lnTo>
                <a:close/>
              </a:path>
              <a:path w="273684" h="457200">
                <a:moveTo>
                  <a:pt x="273469" y="0"/>
                </a:moveTo>
                <a:lnTo>
                  <a:pt x="203203" y="11570"/>
                </a:lnTo>
                <a:lnTo>
                  <a:pt x="203203" y="156822"/>
                </a:lnTo>
                <a:lnTo>
                  <a:pt x="273469" y="156822"/>
                </a:lnTo>
                <a:lnTo>
                  <a:pt x="2734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8973745" y="2085430"/>
            <a:ext cx="274320" cy="318135"/>
          </a:xfrm>
          <a:custGeom>
            <a:avLst/>
            <a:gdLst/>
            <a:ahLst/>
            <a:cxnLst/>
            <a:rect l="l" t="t" r="r" b="b"/>
            <a:pathLst>
              <a:path w="274320" h="318135">
                <a:moveTo>
                  <a:pt x="141116" y="0"/>
                </a:moveTo>
                <a:lnTo>
                  <a:pt x="101720" y="5653"/>
                </a:lnTo>
                <a:lnTo>
                  <a:pt x="64747" y="22672"/>
                </a:lnTo>
                <a:lnTo>
                  <a:pt x="34171" y="50783"/>
                </a:lnTo>
                <a:lnTo>
                  <a:pt x="11933" y="90231"/>
                </a:lnTo>
                <a:lnTo>
                  <a:pt x="3087" y="122386"/>
                </a:lnTo>
                <a:lnTo>
                  <a:pt x="2993" y="122809"/>
                </a:lnTo>
                <a:lnTo>
                  <a:pt x="749" y="140951"/>
                </a:lnTo>
                <a:lnTo>
                  <a:pt x="74" y="158404"/>
                </a:lnTo>
                <a:lnTo>
                  <a:pt x="0" y="160402"/>
                </a:lnTo>
                <a:lnTo>
                  <a:pt x="568" y="176800"/>
                </a:lnTo>
                <a:lnTo>
                  <a:pt x="578" y="177115"/>
                </a:lnTo>
                <a:lnTo>
                  <a:pt x="9263" y="223164"/>
                </a:lnTo>
                <a:lnTo>
                  <a:pt x="28837" y="261909"/>
                </a:lnTo>
                <a:lnTo>
                  <a:pt x="59573" y="291805"/>
                </a:lnTo>
                <a:lnTo>
                  <a:pt x="101967" y="311170"/>
                </a:lnTo>
                <a:lnTo>
                  <a:pt x="156137" y="317807"/>
                </a:lnTo>
                <a:lnTo>
                  <a:pt x="161483" y="317807"/>
                </a:lnTo>
                <a:lnTo>
                  <a:pt x="171659" y="317401"/>
                </a:lnTo>
                <a:lnTo>
                  <a:pt x="215137" y="311731"/>
                </a:lnTo>
                <a:lnTo>
                  <a:pt x="238076" y="305987"/>
                </a:lnTo>
                <a:lnTo>
                  <a:pt x="245096" y="303823"/>
                </a:lnTo>
                <a:lnTo>
                  <a:pt x="250353" y="301825"/>
                </a:lnTo>
                <a:lnTo>
                  <a:pt x="254276" y="299911"/>
                </a:lnTo>
                <a:lnTo>
                  <a:pt x="247352" y="257042"/>
                </a:lnTo>
                <a:lnTo>
                  <a:pt x="164899" y="257042"/>
                </a:lnTo>
                <a:lnTo>
                  <a:pt x="145781" y="255877"/>
                </a:lnTo>
                <a:lnTo>
                  <a:pt x="98472" y="237065"/>
                </a:lnTo>
                <a:lnTo>
                  <a:pt x="75295" y="197875"/>
                </a:lnTo>
                <a:lnTo>
                  <a:pt x="72602" y="180629"/>
                </a:lnTo>
                <a:lnTo>
                  <a:pt x="272885" y="180629"/>
                </a:lnTo>
                <a:lnTo>
                  <a:pt x="273192" y="177115"/>
                </a:lnTo>
                <a:lnTo>
                  <a:pt x="273553" y="172388"/>
                </a:lnTo>
                <a:lnTo>
                  <a:pt x="273982" y="160402"/>
                </a:lnTo>
                <a:lnTo>
                  <a:pt x="274053" y="154575"/>
                </a:lnTo>
                <a:lnTo>
                  <a:pt x="272502" y="129020"/>
                </a:lnTo>
                <a:lnTo>
                  <a:pt x="73186" y="129020"/>
                </a:lnTo>
                <a:lnTo>
                  <a:pt x="74169" y="122809"/>
                </a:lnTo>
                <a:lnTo>
                  <a:pt x="88670" y="85443"/>
                </a:lnTo>
                <a:lnTo>
                  <a:pt x="119637" y="61805"/>
                </a:lnTo>
                <a:lnTo>
                  <a:pt x="141700" y="58433"/>
                </a:lnTo>
                <a:lnTo>
                  <a:pt x="252803" y="58433"/>
                </a:lnTo>
                <a:lnTo>
                  <a:pt x="238921" y="38789"/>
                </a:lnTo>
                <a:lnTo>
                  <a:pt x="219660" y="21807"/>
                </a:lnTo>
                <a:lnTo>
                  <a:pt x="196934" y="9686"/>
                </a:lnTo>
                <a:lnTo>
                  <a:pt x="171064" y="2507"/>
                </a:lnTo>
                <a:lnTo>
                  <a:pt x="171817" y="2507"/>
                </a:lnTo>
                <a:lnTo>
                  <a:pt x="141116" y="0"/>
                </a:lnTo>
                <a:close/>
              </a:path>
              <a:path w="274320" h="318135">
                <a:moveTo>
                  <a:pt x="245012" y="242559"/>
                </a:moveTo>
                <a:lnTo>
                  <a:pt x="200774" y="254444"/>
                </a:lnTo>
                <a:lnTo>
                  <a:pt x="164899" y="257042"/>
                </a:lnTo>
                <a:lnTo>
                  <a:pt x="247352" y="257042"/>
                </a:lnTo>
                <a:lnTo>
                  <a:pt x="245012" y="242559"/>
                </a:lnTo>
                <a:close/>
              </a:path>
              <a:path w="274320" h="318135">
                <a:moveTo>
                  <a:pt x="252803" y="58433"/>
                </a:moveTo>
                <a:lnTo>
                  <a:pt x="141700" y="58433"/>
                </a:lnTo>
                <a:lnTo>
                  <a:pt x="150254" y="58808"/>
                </a:lnTo>
                <a:lnTo>
                  <a:pt x="149553" y="58808"/>
                </a:lnTo>
                <a:lnTo>
                  <a:pt x="187848" y="78910"/>
                </a:lnTo>
                <a:lnTo>
                  <a:pt x="202744" y="114974"/>
                </a:lnTo>
                <a:lnTo>
                  <a:pt x="203788" y="129020"/>
                </a:lnTo>
                <a:lnTo>
                  <a:pt x="272502" y="129020"/>
                </a:lnTo>
                <a:lnTo>
                  <a:pt x="271862" y="118480"/>
                </a:lnTo>
                <a:lnTo>
                  <a:pt x="265281" y="87130"/>
                </a:lnTo>
                <a:lnTo>
                  <a:pt x="254303" y="60556"/>
                </a:lnTo>
                <a:lnTo>
                  <a:pt x="252803" y="584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9348358" y="1978717"/>
            <a:ext cx="426720" cy="421640"/>
          </a:xfrm>
          <a:custGeom>
            <a:avLst/>
            <a:gdLst/>
            <a:ahLst/>
            <a:cxnLst/>
            <a:rect l="l" t="t" r="r" b="b"/>
            <a:pathLst>
              <a:path w="426720" h="421639">
                <a:moveTo>
                  <a:pt x="374612" y="0"/>
                </a:moveTo>
                <a:lnTo>
                  <a:pt x="227655" y="0"/>
                </a:lnTo>
                <a:lnTo>
                  <a:pt x="190936" y="15316"/>
                </a:lnTo>
                <a:lnTo>
                  <a:pt x="14854" y="193115"/>
                </a:lnTo>
                <a:lnTo>
                  <a:pt x="0" y="229324"/>
                </a:lnTo>
                <a:lnTo>
                  <a:pt x="0" y="370165"/>
                </a:lnTo>
                <a:lnTo>
                  <a:pt x="15115" y="406561"/>
                </a:lnTo>
                <a:lnTo>
                  <a:pt x="51572" y="421607"/>
                </a:lnTo>
                <a:lnTo>
                  <a:pt x="197445" y="421607"/>
                </a:lnTo>
                <a:lnTo>
                  <a:pt x="207568" y="420610"/>
                </a:lnTo>
                <a:lnTo>
                  <a:pt x="411080" y="229823"/>
                </a:lnTo>
                <a:lnTo>
                  <a:pt x="426269" y="193448"/>
                </a:lnTo>
                <a:lnTo>
                  <a:pt x="426269" y="51525"/>
                </a:lnTo>
                <a:lnTo>
                  <a:pt x="422211" y="31464"/>
                </a:lnTo>
                <a:lnTo>
                  <a:pt x="411143" y="15087"/>
                </a:lnTo>
                <a:lnTo>
                  <a:pt x="394724" y="4047"/>
                </a:lnTo>
                <a:lnTo>
                  <a:pt x="374612" y="0"/>
                </a:lnTo>
                <a:close/>
              </a:path>
            </a:pathLst>
          </a:custGeom>
          <a:solidFill>
            <a:srgbClr val="AA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9032578" y="3310795"/>
            <a:ext cx="742950" cy="401955"/>
          </a:xfrm>
          <a:custGeom>
            <a:avLst/>
            <a:gdLst/>
            <a:ahLst/>
            <a:cxnLst/>
            <a:rect l="l" t="t" r="r" b="b"/>
            <a:pathLst>
              <a:path w="742950" h="401954">
                <a:moveTo>
                  <a:pt x="685552" y="0"/>
                </a:moveTo>
                <a:lnTo>
                  <a:pt x="56997" y="0"/>
                </a:lnTo>
                <a:lnTo>
                  <a:pt x="16700" y="16658"/>
                </a:lnTo>
                <a:lnTo>
                  <a:pt x="0" y="56852"/>
                </a:lnTo>
                <a:lnTo>
                  <a:pt x="0" y="345026"/>
                </a:lnTo>
                <a:lnTo>
                  <a:pt x="16700" y="385221"/>
                </a:lnTo>
                <a:lnTo>
                  <a:pt x="56997" y="401879"/>
                </a:lnTo>
                <a:lnTo>
                  <a:pt x="685552" y="401879"/>
                </a:lnTo>
                <a:lnTo>
                  <a:pt x="707730" y="397409"/>
                </a:lnTo>
                <a:lnTo>
                  <a:pt x="725848" y="385221"/>
                </a:lnTo>
                <a:lnTo>
                  <a:pt x="738067" y="367149"/>
                </a:lnTo>
                <a:lnTo>
                  <a:pt x="742549" y="345026"/>
                </a:lnTo>
                <a:lnTo>
                  <a:pt x="742549" y="56852"/>
                </a:lnTo>
                <a:lnTo>
                  <a:pt x="738067" y="34730"/>
                </a:lnTo>
                <a:lnTo>
                  <a:pt x="725848" y="16658"/>
                </a:lnTo>
                <a:lnTo>
                  <a:pt x="707730" y="4470"/>
                </a:lnTo>
                <a:lnTo>
                  <a:pt x="685552" y="0"/>
                </a:lnTo>
                <a:close/>
              </a:path>
            </a:pathLst>
          </a:custGeom>
          <a:solidFill>
            <a:srgbClr val="AA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394332" y="2620825"/>
            <a:ext cx="422909" cy="401955"/>
          </a:xfrm>
          <a:custGeom>
            <a:avLst/>
            <a:gdLst/>
            <a:ahLst/>
            <a:cxnLst/>
            <a:rect l="l" t="t" r="r" b="b"/>
            <a:pathLst>
              <a:path w="422910" h="401955">
                <a:moveTo>
                  <a:pt x="221318" y="0"/>
                </a:moveTo>
                <a:lnTo>
                  <a:pt x="46929" y="0"/>
                </a:lnTo>
                <a:lnTo>
                  <a:pt x="3689" y="28549"/>
                </a:lnTo>
                <a:lnTo>
                  <a:pt x="0" y="46780"/>
                </a:lnTo>
                <a:lnTo>
                  <a:pt x="0" y="355098"/>
                </a:lnTo>
                <a:lnTo>
                  <a:pt x="28668" y="398198"/>
                </a:lnTo>
                <a:lnTo>
                  <a:pt x="221318" y="401879"/>
                </a:lnTo>
                <a:lnTo>
                  <a:pt x="230512" y="400974"/>
                </a:lnTo>
                <a:lnTo>
                  <a:pt x="409033" y="233985"/>
                </a:lnTo>
                <a:lnTo>
                  <a:pt x="422784" y="200939"/>
                </a:lnTo>
                <a:lnTo>
                  <a:pt x="419346" y="183347"/>
                </a:lnTo>
                <a:lnTo>
                  <a:pt x="254482" y="13734"/>
                </a:lnTo>
                <a:lnTo>
                  <a:pt x="221318" y="0"/>
                </a:lnTo>
                <a:close/>
              </a:path>
            </a:pathLst>
          </a:custGeom>
          <a:solidFill>
            <a:srgbClr val="AA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901922" y="2620825"/>
            <a:ext cx="422909" cy="401955"/>
          </a:xfrm>
          <a:custGeom>
            <a:avLst/>
            <a:gdLst/>
            <a:ahLst/>
            <a:cxnLst/>
            <a:rect l="l" t="t" r="r" b="b"/>
            <a:pathLst>
              <a:path w="422910" h="401955">
                <a:moveTo>
                  <a:pt x="221321" y="0"/>
                </a:moveTo>
                <a:lnTo>
                  <a:pt x="46932" y="0"/>
                </a:lnTo>
                <a:lnTo>
                  <a:pt x="3689" y="28549"/>
                </a:lnTo>
                <a:lnTo>
                  <a:pt x="0" y="46780"/>
                </a:lnTo>
                <a:lnTo>
                  <a:pt x="0" y="355098"/>
                </a:lnTo>
                <a:lnTo>
                  <a:pt x="28668" y="398198"/>
                </a:lnTo>
                <a:lnTo>
                  <a:pt x="221321" y="401879"/>
                </a:lnTo>
                <a:lnTo>
                  <a:pt x="230515" y="400974"/>
                </a:lnTo>
                <a:lnTo>
                  <a:pt x="409069" y="233985"/>
                </a:lnTo>
                <a:lnTo>
                  <a:pt x="422776" y="200939"/>
                </a:lnTo>
                <a:lnTo>
                  <a:pt x="419349" y="183347"/>
                </a:lnTo>
                <a:lnTo>
                  <a:pt x="254484" y="13734"/>
                </a:lnTo>
                <a:lnTo>
                  <a:pt x="221321" y="0"/>
                </a:lnTo>
                <a:close/>
              </a:path>
            </a:pathLst>
          </a:custGeom>
          <a:solidFill>
            <a:srgbClr val="AA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409548" y="2620825"/>
            <a:ext cx="422909" cy="401955"/>
          </a:xfrm>
          <a:custGeom>
            <a:avLst/>
            <a:gdLst/>
            <a:ahLst/>
            <a:cxnLst/>
            <a:rect l="l" t="t" r="r" b="b"/>
            <a:pathLst>
              <a:path w="422910" h="401955">
                <a:moveTo>
                  <a:pt x="221312" y="0"/>
                </a:moveTo>
                <a:lnTo>
                  <a:pt x="46899" y="0"/>
                </a:lnTo>
                <a:lnTo>
                  <a:pt x="3678" y="28549"/>
                </a:lnTo>
                <a:lnTo>
                  <a:pt x="0" y="46780"/>
                </a:lnTo>
                <a:lnTo>
                  <a:pt x="0" y="355098"/>
                </a:lnTo>
                <a:lnTo>
                  <a:pt x="28622" y="398198"/>
                </a:lnTo>
                <a:lnTo>
                  <a:pt x="221312" y="401879"/>
                </a:lnTo>
                <a:lnTo>
                  <a:pt x="230491" y="400974"/>
                </a:lnTo>
                <a:lnTo>
                  <a:pt x="408994" y="233985"/>
                </a:lnTo>
                <a:lnTo>
                  <a:pt x="422764" y="200939"/>
                </a:lnTo>
                <a:lnTo>
                  <a:pt x="419321" y="183347"/>
                </a:lnTo>
                <a:lnTo>
                  <a:pt x="254442" y="13734"/>
                </a:lnTo>
                <a:lnTo>
                  <a:pt x="221312" y="0"/>
                </a:lnTo>
                <a:close/>
              </a:path>
            </a:pathLst>
          </a:custGeom>
          <a:solidFill>
            <a:srgbClr val="AA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9924" cap="flat">
          <a:noFill/>
          <a:prstDash val="solid"/>
          <a:miter/>
        </a:ln>
      </a:spPr>
      <a:bodyPr/>
      <a:lstStyle>
        <a:defPPr algn="l"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2177</TotalTime>
  <Words>331</Words>
  <Application>Microsoft Office PowerPoint</Application>
  <PresentationFormat>Panorámica</PresentationFormat>
  <Paragraphs>55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Aptos</vt:lpstr>
      <vt:lpstr>Arial</vt:lpstr>
      <vt:lpstr>Ubuntu</vt:lpstr>
      <vt:lpstr>Ubuntu Medium</vt:lpstr>
      <vt:lpstr>Verdana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Alejandra Belen Escobar Delmas</dc:creator>
  <cp:lastModifiedBy>Pamela Liliana Prado Vargas</cp:lastModifiedBy>
  <cp:revision>5</cp:revision>
  <dcterms:created xsi:type="dcterms:W3CDTF">2026-05-18T15:45:24Z</dcterms:created>
  <dcterms:modified xsi:type="dcterms:W3CDTF">2026-06-15T18:49:11Z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2026-05-07T00:00:00Z</vt:filetime>
  </property>
  <property fmtid="{D5CDD505-2E9C-101B-9397-08002B2CF9AE}" pid="3" name="LastSaved">
    <vt:filetime>2026-05-18T00:00:00Z</vt:filetime>
  </property>
</Properties>
</file>